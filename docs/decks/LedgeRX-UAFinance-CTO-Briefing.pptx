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4023360" cy="6858000"/>
          </a:xfrm>
          <a:prstGeom prst="rect">
            <a:avLst/>
          </a:prstGeom>
          <a:solidFill>
            <a:srgbClr val="0A1C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  ·  COMPLETE BRIEFING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ledger domain service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CTO &amp; Internal IT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Architecture · Landscape · Live demo · Appendix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58200" y="1188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58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SDK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58200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5820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58200" y="3017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5820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landscape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58200" y="3931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5820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· Process · Burn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4846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58200" y="5120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board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deck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3898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13258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SDK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Mission, value, Internal IT journey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3042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20240" y="2240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Netflix-style landscape + call paths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2186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landscape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3246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→ LedgeRX applied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1330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20240" y="4069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· Process · Burn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 500 demo — one idea per slide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484632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0474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920240" y="4983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sequence board in 2 halves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SDK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are financial liabilities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0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scatter across CRM, campaigns, files.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600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change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rules wait on release trains.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audit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prove earn or skip.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3520440"/>
            <a:ext cx="5532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98080" y="3931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tax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75120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re-builds wallet logic.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LedgeRX 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microservice for programme balances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1143000"/>
          </a:xfrm>
          <a:prstGeom prst="roundRect">
            <a:avLst>
              <a:gd name="adj" fmla="val 8000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wallets &amp; loyalty points — double-entry, runtime rules, SDK for Internal IT. Deploy in your cluster.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ledger-engine service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Java SDK for 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(Door · Brain · COA)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Dry-run · trace · fail queue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Docs + event skeleton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 owns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CRM / membership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Card &amp; loan cores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cc-xapi / adapters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Campaign &amp; coupon fulfil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Cluster &amp; observability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SDK-first for Internal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a product feature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Java SDK — onboard, ingest, dry-run, query — so cc-xapi / loan adapters integrate in a sprint.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246888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24612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Receive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JAR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71800" y="246888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77440" y="324612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Deploy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6888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cluster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46888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43400" y="324612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3484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Configure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3484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Brain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03720" y="246888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324612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Integrate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xapi calls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869680" y="246888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8" name="Text 26"/>
          <p:cNvSpPr/>
          <p:nvPr/>
        </p:nvSpPr>
        <p:spPr>
          <a:xfrm>
            <a:off x="8869680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75320" y="324612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6676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UAT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6676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matrix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835640" y="246888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33" name="Text 31"/>
          <p:cNvSpPr/>
          <p:nvPr/>
        </p:nvSpPr>
        <p:spPr>
          <a:xfrm>
            <a:off x="10835640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241280" y="3246120"/>
            <a:ext cx="18288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332720" y="35204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332720" y="42062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blocks · one spine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54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auto-wallet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1887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554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560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+ formula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83880" y="11887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1554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5820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books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560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ownerId · multi-ccy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931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4480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· legs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343400" y="3566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7720" y="3931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17720" y="4480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17720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/ Loan profiles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83880" y="35661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58200" y="3931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58200" y="4480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pack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58200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· fail queue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shape (CTO view)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= one domain service in your mesh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11887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645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45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86600" y="11887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1645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555480" y="11887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555480" y="1645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0C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375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48840" y="28346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14884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94760" y="28346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79476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40680" y="28346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LedgeRX+SDK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86600" y="28346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adapter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32520" y="28346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73252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378440" y="283464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378440" y="3291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1463040" cy="1371600"/>
          </a:xfrm>
          <a:prstGeom prst="roundRect">
            <a:avLst>
              <a:gd name="adj" fmla="val 6667"/>
            </a:avLst>
          </a:prstGeom>
          <a:solidFill>
            <a:srgbClr val="0C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83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148840" y="448056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14884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DB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17720" y="448056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LedgeRX PG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086600" y="448056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DBs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555480" y="448056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955548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Internal IT plugs 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SDK paths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109728" cy="6858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1325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SDK.createWallet() → books open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20240"/>
            <a:ext cx="109728" cy="685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2103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SDK.ingestEvent() → Door→Brain→Books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697480"/>
            <a:ext cx="109728" cy="6858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880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SDK.dryRun() → points + skip trace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47472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474720"/>
            <a:ext cx="109728" cy="6858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18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API → Door · Brain · COA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251960"/>
            <a:ext cx="109728" cy="6858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434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918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SDK.getWallet() → balances / history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5029200"/>
            <a:ext cx="109728" cy="685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212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1840" y="5212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ingest REDEEM → burn DE → coupon out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UA Finance landscape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as-is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Reward (CC + Loan)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4846320"/>
          </a:xfrm>
          <a:prstGeom prst="roundRect">
            <a:avLst>
              <a:gd name="adj" fmla="val 2667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e6 / digital CC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~21 CC events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loan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 loan events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D1FAE5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(green box)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+ SDK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integrate surface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/ Rules / Calc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LedgeRX Books+Brain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× N yellow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engine + COA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4480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/ Referrer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6160" y="4800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+ wallet only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52560" y="1097280"/>
            <a:ext cx="2743200" cy="4846320"/>
          </a:xfrm>
          <a:prstGeom prst="roundRect">
            <a:avLst>
              <a:gd name="adj" fmla="val 2667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972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Loan:CC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Loan:Loan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89720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E-Coupon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8972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Stock / Adapter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LedgeRX applied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edges · one green core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E0E7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· Loan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ownerId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6324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25603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adapter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8932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0C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5603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· Door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· Books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1540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235440" y="137160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0" y="256032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cores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E-Coupon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one-liner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cc-xapi and loan cores.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one LedgeRX in the green box.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IT integrates with the Java SDK.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three ledger microservices.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· Process · Burn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 500 grocery demo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story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following slide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194560" cy="4206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92024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1031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 500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5411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463040"/>
            <a:ext cx="2194560" cy="4206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92024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1031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97180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71800" y="39319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xapi → SDK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66360" y="1463040"/>
            <a:ext cx="2194560" cy="4206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06440" y="1920240"/>
            <a:ext cx="914400" cy="914400"/>
          </a:xfrm>
          <a:prstGeom prst="ellipse">
            <a:avLst/>
          </a:prstGeom>
          <a:solidFill>
            <a:srgbClr val="DB2777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21031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0352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03520" y="39319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× 1%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463040"/>
            <a:ext cx="2194560" cy="4206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1920240"/>
            <a:ext cx="914400" cy="9144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21031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63524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635240" y="39319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LP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29800" y="1463040"/>
            <a:ext cx="2194560" cy="4206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469880" y="1920240"/>
            <a:ext cx="914400" cy="9144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10469880" y="21031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96696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966960" y="39319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LP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merchant HKD 500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 500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2788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5411 grocery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206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 = 01A…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4206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4709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txn-88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CHANNEL → cc-xapi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edge — normalize only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972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286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Maps one of ~21 CC events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Fills amount · currency · MCC · customer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Does NOT calculate LP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4617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Hands off to Java SDK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SDK.ingestEvent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TransactionalEvent into LedgeRX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2194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697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2194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03920" y="26974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HKD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206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5411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434840" y="38404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4206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coaProfile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8229600" y="384048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03920" y="4206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3920" y="4709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txn-88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DOOR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only — no LP math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Enabled?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Auto-wallet?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Default COA?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Calculate points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3657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Apply MCC rules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4389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 double-entry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THE MATH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 ×  1%  =  5 LP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0972800" cy="2103120"/>
          </a:xfrm>
          <a:prstGeom prst="roundRect">
            <a:avLst>
              <a:gd name="adj" fmla="val 5217"/>
            </a:avLst>
          </a:prstGeom>
          <a:solidFill>
            <a:srgbClr val="134E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1605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 CC_EARN_MCC_5411     ·     Formula  RATE 0.01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 PURCHASE + HKD + MCC 5411     ·     Result  EARN 5 LP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BOOKS — earn post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for +5 LP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pool LP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LP account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75120" y="3840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MEMBER SEES RESULT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160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CC_EARN_MCC_5411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4617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937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txn-88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5303520" cy="4663440"/>
          </a:xfrm>
          <a:prstGeom prst="roundRect">
            <a:avLst>
              <a:gd name="adj" fmla="val 2353"/>
            </a:avLst>
          </a:prstGeom>
          <a:solidFill>
            <a:srgbClr val="0C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LP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balance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11247120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BURN / REDEEM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— same spine, reverse posting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2148840"/>
            <a:ext cx="1005840" cy="10058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2377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42062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wants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e-coupon 5 LP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2148840"/>
            <a:ext cx="1005840" cy="10058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2377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09160" y="42062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· AMT 5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member / CR pool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321040" y="17373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0" y="2148840"/>
            <a:ext cx="1005840" cy="10058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0" y="2377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549640" y="3474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49640" y="42062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−5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E-Coupon issues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end state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kept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status = EARNED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points = 5 LP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rule = MCC_5411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legs = 2 balanced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12344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LP calculated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RATE = amt × rate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FIXED = constant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3566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First match wins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4206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match → skip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83880" y="1234440"/>
            <a:ext cx="3566160" cy="4572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039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landscape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 = e6 / POS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Existing = cc-xapi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3566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New = LedgeRX+SDK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 = coupon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65379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Complete briefing  ·  Confidential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5379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 ·  APPENDIX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sequence board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halves)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Leave-behind view of the same demo — not for live walkthrough pace.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  ·  Sequence (1/2)  ·  Pay → Earn</a:t>
            </a:r>
            <a:endParaRPr lang="en-US" sz="1300" dirty="0"/>
          </a:p>
        </p:txBody>
      </p:sp>
      <p:pic>
        <p:nvPicPr>
          <p:cNvPr id="4" name="Image 0" descr="/Users/wayneyu/Documents/git/personal/ledger-engine/docs/decks/uaf-earn-burn-appendix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57200"/>
            <a:ext cx="1005840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  ·  Sequence (2/2)  ·  Result → Burn</a:t>
            </a:r>
            <a:endParaRPr lang="en-US" sz="1300" dirty="0"/>
          </a:p>
        </p:txBody>
      </p:sp>
      <p:pic>
        <p:nvPicPr>
          <p:cNvPr id="4" name="Image 0" descr="/Users/wayneyu/Documents/git/personal/ledger-engine/docs/decks/uaf-earn-burn-appendix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57200"/>
            <a:ext cx="1005840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LedgeRX domain service.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for Internal IT.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+ Loan books — not three ledgers.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rules. Audit-grade posts.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SDK package  ·  sandbox  ·  joint IT workshop  ·  filled event matrix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LedgeRX × UA Finance — Complete Briefing</dc:title>
  <dc:subject>Product · Architecture · Landscape · Earn/Burn demo · Appendix</dc:subject>
  <dc:creator>LedgeRX</dc:creator>
  <cp:lastModifiedBy>LedgeRX</cp:lastModifiedBy>
  <cp:revision>1</cp:revision>
  <dcterms:created xsi:type="dcterms:W3CDTF">2026-08-19T01:35:42Z</dcterms:created>
  <dcterms:modified xsi:type="dcterms:W3CDTF">2026-08-19T01:35:42Z</dcterms:modified>
</cp:coreProperties>
</file>