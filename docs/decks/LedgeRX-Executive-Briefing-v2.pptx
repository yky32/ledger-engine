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0A1C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ledger &amp; wallet engine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programme operators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First draft for internal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0" y="17556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&amp; points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0" y="2514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0" y="2807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cluster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0" y="3858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no release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0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910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91640" y="16184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0391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programmes need a dedicated ledger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645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0" y="16184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&amp; positioning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0" y="20391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LedgeRX is — and is not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154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31272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5478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earn · multi-line books · issuer hold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83464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3154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98080" y="31272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integrates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98080" y="35478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upstream events, ops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34340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663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91640" y="46360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&amp; architecture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50566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→ Brain → Books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434340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4663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98080" y="46360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next steps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98080" y="50566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for the business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|  Executive briefing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 are financial liabilities — but often run on spreadsheets or bolt-ons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5321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91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truth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live in CRM, campaign tools, or batch files. Finance cannot reconcile quickly.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5321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691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0664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rule changes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2860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rates and eligibility need code releases. Marketing waits on engineering.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55321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3886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audit trail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Single-sided updates. Hard to prove why a member earned — or why they did not.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3520440"/>
            <a:ext cx="55321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06640" y="3886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drag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44348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channel rebuilds wallet + points logic. No stable event contract.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|  Executive briefing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system of record for programme balances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deployable wallet + loyalty ledger infrastructure so operators can configure earn rules at runtime, post audit-grade double-entry, and expose a stable API — without owning CRM, payments, or campaign UX.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063240"/>
            <a:ext cx="544068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wallet &amp; multi-currency books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earn / burn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434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with programme pool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Door + Brain configuration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166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dry-run, trace, fail queue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063240"/>
            <a:ext cx="544068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(by design)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3703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 / KYC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4069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acquiring &amp; bank rails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4434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builder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4800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internet product edge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5166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promotion / SpEL engine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|  Executive briefing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situations where LedgeRX pays for itself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611880" cy="443484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1737360"/>
            <a:ext cx="868680" cy="868680"/>
          </a:xfrm>
          <a:prstGeom prst="ellipse">
            <a:avLst/>
          </a:prstGeom>
          <a:solidFill>
            <a:srgbClr val="E6F5F3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9202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e-com earn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events → points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4297680"/>
            <a:ext cx="2697480" cy="18288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572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rule change; clear earn proof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417320"/>
            <a:ext cx="3611880" cy="443484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737360"/>
            <a:ext cx="868680" cy="868680"/>
          </a:xfrm>
          <a:prstGeom prst="ellipse">
            <a:avLst/>
          </a:prstGeom>
          <a:solidFill>
            <a:srgbClr val="E6F5F3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9202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772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books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COA schemes per 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4297680"/>
            <a:ext cx="2697480" cy="18288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4572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stay separable without splitting CRM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83880" y="1417320"/>
            <a:ext cx="3611880" cy="443484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09760" y="1737360"/>
            <a:ext cx="868680" cy="868680"/>
          </a:xfrm>
          <a:prstGeom prst="ellipse">
            <a:avLst/>
          </a:prstGeom>
          <a:solidFill>
            <a:srgbClr val="E6F5F3"/>
          </a:solidFill>
          <a:ln/>
        </p:spPr>
      </p:sp>
      <p:sp>
        <p:nvSpPr>
          <p:cNvPr id="21" name="Text 19"/>
          <p:cNvSpPr/>
          <p:nvPr/>
        </p:nvSpPr>
        <p:spPr>
          <a:xfrm>
            <a:off x="9509760" y="19202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45820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hold → settle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58200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available LP then earn/burn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641080" y="4297680"/>
            <a:ext cx="2697480" cy="18288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4572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Issuer-style control without custom code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|  Executive briefing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— Retail earn on purchase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POS event to member LP balance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HKD 500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2316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88920" y="13258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880360" y="15544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74920" y="13258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5544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MCC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60920" y="13258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452360" y="15544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LP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8116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46920" y="13258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0C2340"/>
          </a:solidFill>
          <a:ln/>
        </p:spPr>
      </p:sp>
      <p:sp>
        <p:nvSpPr>
          <p:cNvPr id="18" name="Text 16"/>
          <p:cNvSpPr/>
          <p:nvPr/>
        </p:nvSpPr>
        <p:spPr>
          <a:xfrm>
            <a:off x="9738360" y="15544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2926080"/>
            <a:ext cx="361188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3200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37947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MCC 5411 earns 1% in LP. Change rate in Admin — no release train.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43400" y="2926080"/>
            <a:ext cx="361188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17720" y="3200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17720" y="37947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shows matched rule + skip trace before live traffic.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83880" y="2926080"/>
            <a:ext cx="361188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58200" y="3200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view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58200" y="37947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earn is DR programme pool / CR member — balanced and queryable.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|  Executive briefing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B &amp; C — Books structure &amp; holds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patterns beyond simple earn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53212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Multi-line COA schemes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operator runs more than one product line. Finance needs separable account numbers without splitting the CRM person record into chaos.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approach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profiles (e.g. STREAM_A / STREAM_B) stamp segment codes when books open. Points math stays in Brain. Product APIs do not leak internal COA segments to members.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39496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Hold then settle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103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423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Issuer-style flows need to reserve spendable points at authorisation, then capture or release — without inventing a side ledger.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429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approach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7490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/ release adjusts available balance. Earn/burn still posts double-entry. Ops can simulate hold flows in Admin before production traffic.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|  Executive briefing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contracts at the boundary — logic stays in LedgeRX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send / get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1115568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075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075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/wallets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2075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ownerId + settlement currency + optional COA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651760"/>
            <a:ext cx="11155680" cy="73152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529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28529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8529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…/webhooks/transactions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eventId, amount, MCC, metadata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429000"/>
            <a:ext cx="1115568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30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60320" y="3630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3630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…/dry-run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0" y="3630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points &amp; skip reasons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4206240"/>
            <a:ext cx="11155680" cy="73152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07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60320" y="4407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4407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· Brain · COA APIs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0" y="4407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DB — no deploy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4983480"/>
            <a:ext cx="1115568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184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560320" y="5184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0" y="5184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/wallets/{ownerId}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0" y="5184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Balances, history, legs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|  Executive briefing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 capabilities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building blocks — one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74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&amp; auto-wallet policy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874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3440" y="2468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+ points formula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83880" y="137160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03920" y="1874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03920" y="2468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member · multi-ccy books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5760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double-entry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43400" y="365760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4754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account schemes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183880" y="365760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0392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· trace · fail ops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|  Executive briefing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In-cluster engine with a clear processing spine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148840" y="15544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23160" y="13258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15544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89120" y="13258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80760" y="15544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55080" y="13258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0C2340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0" y="15544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21040" y="13258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0C2340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12680" y="15544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287000" y="13258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0C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1028700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34640" y="25146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· Spring Boot  ·  Product HTTP APIs only for new work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3172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834640" y="317296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· Digestion · Wallet · Movement shooter · COA profiles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38313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34640" y="383133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·  wallet / account / movement / legs / rules / COA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44897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834640" y="4489704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Admin (Next.js)  ·  Simulator  ·  Review  ·  Records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5148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834640" y="514807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Cluster-internal service  ·  No public edge in current phase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|  Executive briefing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leadership should expect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91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Time-to-rule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earn eligibility or rate in hours, not a release cycle.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32588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691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confidence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22402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points movement is balanced double-entry with queryable legs.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83880" y="132588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200" y="1691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leverage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58200" y="22402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contract for POS, e-com, issuer — same Door/Brain/Books.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65760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4023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clarity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572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and skip traces reduce ‘why no points?’ tickets.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43400" y="365760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4023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boundaries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17720" y="4572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stays CRM; payments stay payments; ledger stays ledger.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83880" y="365760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58200" y="4023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58200" y="4572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the client cluster — data residency and network control.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 |  Executive briefing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is the programme’s balance system of record —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rules at runtime, post double-entry, integrate on events.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read: docs/START_HERE.md   ·   Engine: ledger-engine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03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·  Questions  ·  Next steps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LedgeRX — Executive Product Overview</dc:title>
  <dc:subject>C-level briefing</dc:subject>
  <dc:creator>LedgeRX</dc:creator>
  <cp:lastModifiedBy>LedgeRX</cp:lastModifiedBy>
  <cp:revision>1</cp:revision>
  <dcterms:created xsi:type="dcterms:W3CDTF">2026-08-18T16:39:46Z</dcterms:created>
  <dcterms:modified xsi:type="dcterms:W3CDTF">2026-08-18T16:39:46Z</dcterms:modified>
</cp:coreProperties>
</file>