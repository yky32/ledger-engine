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645920"/>
            <a:ext cx="11064240" cy="3291840"/>
          </a:xfrm>
          <a:prstGeom prst="roundRect">
            <a:avLst>
              <a:gd name="adj" fmla="val 3333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45920"/>
            <a:ext cx="109728" cy="3291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UA FINANCE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 Playbook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" y="29718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factors · boolean composition · equations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(isEntered) + Brain (which formula) — one matcher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977640"/>
            <a:ext cx="1828800" cy="292608"/>
          </a:xfrm>
          <a:prstGeom prst="roundRect">
            <a:avLst>
              <a:gd name="adj" fmla="val 25000"/>
            </a:avLst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97764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API-first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80360" y="3977640"/>
            <a:ext cx="1828800" cy="292608"/>
          </a:xfrm>
          <a:prstGeom prst="roundRect">
            <a:avLst>
              <a:gd name="adj" fmla="val 25000"/>
            </a:avLst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80360" y="397764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SDK-ready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3977640"/>
            <a:ext cx="1828800" cy="292608"/>
          </a:xfrm>
          <a:prstGeom prst="roundRect">
            <a:avLst>
              <a:gd name="adj" fmla="val 25000"/>
            </a:avLst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397764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Rule-driven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12280" y="3977640"/>
            <a:ext cx="1828800" cy="292608"/>
          </a:xfrm>
          <a:prstGeom prst="roundRect">
            <a:avLst>
              <a:gd name="adj" fmla="val 25000"/>
            </a:avLst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12280" y="397764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778240" y="3977640"/>
            <a:ext cx="1828800" cy="292608"/>
          </a:xfrm>
          <a:prstGeom prst="roundRect">
            <a:avLst>
              <a:gd name="adj" fmla="val 25000"/>
            </a:avLst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0" y="397764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In-cluster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20617"/>
          </a:solidFill>
          <a:ln w="12700">
            <a:solidFill>
              <a:srgbClr val="0206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6583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Factor Playbook  ·  UA Finance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515600" y="6583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UAF will stress every combination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leaf factors are not five IF statements — they are a boolean surface.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743200" cy="3474720"/>
          </a:xfrm>
          <a:prstGeom prst="roundRect">
            <a:avLst>
              <a:gd name="adj" fmla="val 3333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554480"/>
            <a:ext cx="73152" cy="3474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77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of 5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5800" y="31089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single signal can open the door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37560" y="1554480"/>
            <a:ext cx="2743200" cy="3474720"/>
          </a:xfrm>
          <a:prstGeom prst="roundRect">
            <a:avLst>
              <a:gd name="adj" fmla="val 3333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37560" y="1554480"/>
            <a:ext cx="73152" cy="3474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2377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of 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566160" y="31089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N matching signals (atLeast)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1554480"/>
            <a:ext cx="2743200" cy="3474720"/>
          </a:xfrm>
          <a:prstGeom prst="roundRect">
            <a:avLst>
              <a:gd name="adj" fmla="val 3333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554480"/>
            <a:ext cx="73152" cy="3474720"/>
          </a:xfrm>
          <a:prstGeom prst="rect">
            <a:avLst/>
          </a:prstGeom>
          <a:solidFill>
            <a:srgbClr val="E879F9"/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Combo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46520" y="31089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(A∧B) ∨ (C∧D) group patterns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98280" y="1554480"/>
            <a:ext cx="2743200" cy="3474720"/>
          </a:xfrm>
          <a:prstGeom prst="roundRect">
            <a:avLst>
              <a:gd name="adj" fmla="val 3333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98280" y="1554480"/>
            <a:ext cx="73152" cy="3474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0" y="2377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Equation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326880" y="31089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RATE / tier / table / cap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20617"/>
          </a:solidFill>
          <a:ln w="12700">
            <a:solidFill>
              <a:srgbClr val="0206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6583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Factor Playbook  ·  UA Finance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515600" y="6583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FactorMatcher · two duties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leaf ops + FactorSet tree. Different product meaning.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08760"/>
            <a:ext cx="2148840" cy="1417320"/>
          </a:xfrm>
          <a:prstGeom prst="roundRect">
            <a:avLst>
              <a:gd name="adj" fmla="val 6452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508760"/>
            <a:ext cx="73152" cy="1417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73736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219456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cc-xapi / loan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659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743200" y="1508760"/>
            <a:ext cx="2148840" cy="1417320"/>
          </a:xfrm>
          <a:prstGeom prst="roundRect">
            <a:avLst>
              <a:gd name="adj" fmla="val 6452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0" y="1508760"/>
            <a:ext cx="73152" cy="1417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0360" y="173736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80360" y="219456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entryFactors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19659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74920" y="1508760"/>
            <a:ext cx="2148840" cy="1417320"/>
          </a:xfrm>
          <a:prstGeom prst="roundRect">
            <a:avLst>
              <a:gd name="adj" fmla="val 6452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74920" y="1508760"/>
            <a:ext cx="73152" cy="1417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0" y="173736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212080" y="219456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whenFactors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86600" y="19659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406640" y="1508760"/>
            <a:ext cx="2148840" cy="1417320"/>
          </a:xfrm>
          <a:prstGeom prst="roundRect">
            <a:avLst>
              <a:gd name="adj" fmla="val 6452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06640" y="1508760"/>
            <a:ext cx="73152" cy="1417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43800" y="173736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Equation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543800" y="219456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· tier · table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418320" y="19659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738360" y="1508760"/>
            <a:ext cx="2148840" cy="1417320"/>
          </a:xfrm>
          <a:prstGeom prst="roundRect">
            <a:avLst>
              <a:gd name="adj" fmla="val 6452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38360" y="1508760"/>
            <a:ext cx="73152" cy="1417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75520" y="173736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875520" y="219456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legs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3246120"/>
            <a:ext cx="5486400" cy="2651760"/>
          </a:xfrm>
          <a:prstGeom prst="roundRect">
            <a:avLst>
              <a:gd name="adj" fmla="val 3448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3246120"/>
            <a:ext cx="73152" cy="26517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3474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= isEntered?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31520" y="397764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junk before wallet / books.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entryFactors: any · atLeast · groups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→ NOT_ENTERED + explain path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5486400" cy="2651760"/>
          </a:xfrm>
          <a:prstGeom prst="roundRect">
            <a:avLst>
              <a:gd name="adj" fmla="val 3448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3246120"/>
            <a:ext cx="73152" cy="26517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92240" y="3474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 = which equation?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92240" y="397764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whenFactors + legacy columns (AND).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rule by priority wins.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 → points → DE post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20617"/>
          </a:solidFill>
          <a:ln w="12700">
            <a:solidFill>
              <a:srgbClr val="02061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1480" y="6583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Factor Playbook  ·  UA Finance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515600" y="6583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 FACTORS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common fields UAF will abuse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Ops: eq · neq · in · nin · gt/gte/lt/lte · between · exists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417320"/>
            <a:ext cx="73152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1848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currency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66160" y="161848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on event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680960" y="161848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HKD / USD allow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86000"/>
            <a:ext cx="73152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48716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mcc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566160" y="248716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metadata.mcc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680960" y="248716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5411 grocery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15468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154680"/>
            <a:ext cx="73152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35584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amount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566160" y="335584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value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680960" y="335584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/ gte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023360"/>
            <a:ext cx="73152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22452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ageDays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566160" y="42245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occurredAt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680960" y="42245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 window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489204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892040"/>
            <a:ext cx="73152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09320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metadata.*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566160" y="509320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· tier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680960" y="509320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· GOLD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20617"/>
          </a:solidFill>
          <a:ln w="12700">
            <a:solidFill>
              <a:srgbClr val="02061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6583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Factor Playbook  ·  UA Finance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515600" y="6583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BOOLEAN · FACTORSET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UAF three plays + extras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JSON array = AND all (compat). Object = match mode.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3474720"/>
                <a:gridCol w="402336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UAF use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1182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8BD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any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 — one leaf enough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Loose admit / soft promo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1182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8BD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atLeast + count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N of 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two risk/intent signals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8BD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anyGroup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(A∧B) ∨ (C∧D)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 pack OR big-ticket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1182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Exclude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8BD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of children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 cash-advance pack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Exclusive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8BD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oneOf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Exactly one child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Mutually exclusive promos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1182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8BD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exactly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 N of 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Strict multi-signal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20617"/>
          </a:solidFill>
          <a:ln w="12700">
            <a:solidFill>
              <a:srgbClr val="02061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0" y="6583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Factor Playbook  ·  UA Finance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515600" y="6583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SHAPES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Copy-paste FactorSet examples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Door / Brain JSON fields accept array or object.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703320" cy="4572000"/>
          </a:xfrm>
          <a:prstGeom prst="roundRect">
            <a:avLst>
              <a:gd name="adj" fmla="val 2469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417320"/>
            <a:ext cx="73152" cy="4572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64592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· 1 of 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32461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"match": "any",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"factors": [F1…F5]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417320"/>
            <a:ext cx="3703320" cy="4572000"/>
          </a:xfrm>
          <a:prstGeom prst="roundRect">
            <a:avLst>
              <a:gd name="adj" fmla="val 2469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1417320"/>
            <a:ext cx="73152" cy="4572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164592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atLeast · 2 of 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26280" y="2194560"/>
            <a:ext cx="32461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"match": "atLeast",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"count": 2,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"factors": [F1…F5]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703320" cy="4572000"/>
          </a:xfrm>
          <a:prstGeom prst="roundRect">
            <a:avLst>
              <a:gd name="adj" fmla="val 2469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3880" y="1417320"/>
            <a:ext cx="73152" cy="4572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164592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anyGroup · combo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0" y="2194560"/>
            <a:ext cx="32461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"match": "anyGroup",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"groups":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{"id":"G12","factors":[F1,F2]},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{"id":"G34","factors":[F3,F4]}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20617"/>
          </a:solidFill>
          <a:ln w="12700">
            <a:solidFill>
              <a:srgbClr val="0206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6583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Factor Playbook  ·  UA Finance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515600" y="6583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factors match — score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formula JSON on digestion rule.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08760"/>
            <a:ext cx="2788920" cy="4297680"/>
          </a:xfrm>
          <a:prstGeom prst="roundRect">
            <a:avLst>
              <a:gd name="adj" fmla="val 3279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508760"/>
            <a:ext cx="73152" cy="4297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82880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+ caps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560320"/>
            <a:ext cx="2423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type: RATE, rate: 0.01,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cap: 50, floor: 1,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multiplier: 2 }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37560" y="1508760"/>
            <a:ext cx="2788920" cy="4297680"/>
          </a:xfrm>
          <a:prstGeom prst="roundRect">
            <a:avLst>
              <a:gd name="adj" fmla="val 3279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37560" y="1508760"/>
            <a:ext cx="73152" cy="42976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182880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TIERED_RATE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20440" y="2560320"/>
            <a:ext cx="2423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 5k @ 1%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 @ 2%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marginal brackets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63640" y="1508760"/>
            <a:ext cx="2788920" cy="4297680"/>
          </a:xfrm>
          <a:prstGeom prst="roundRect">
            <a:avLst>
              <a:gd name="adj" fmla="val 3279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3640" y="1508760"/>
            <a:ext cx="73152" cy="4297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182880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46520" y="2560320"/>
            <a:ext cx="2423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 metadata.tier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GOLD → 2%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 → 1%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189720" y="1508760"/>
            <a:ext cx="2788920" cy="4297680"/>
          </a:xfrm>
          <a:prstGeom prst="roundRect">
            <a:avLst>
              <a:gd name="adj" fmla="val 3279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89720" y="1508760"/>
            <a:ext cx="73152" cy="4297680"/>
          </a:xfrm>
          <a:prstGeom prst="rect">
            <a:avLst/>
          </a:prstGeom>
          <a:solidFill>
            <a:srgbClr val="E879F9"/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72600" y="182880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baseline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372600" y="2560320"/>
            <a:ext cx="2423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 HKD × 1%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5 LP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MCC 5411 grocery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20617"/>
          </a:solidFill>
          <a:ln w="12700">
            <a:solidFill>
              <a:srgbClr val="0206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6583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Factor Playbook  ·  UA Finance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515600" y="6583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EXPLAINABILITY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every decision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clients ask “why skipped?” — answer is in the payload.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5577840" cy="4480560"/>
          </a:xfrm>
          <a:prstGeom prst="roundRect">
            <a:avLst>
              <a:gd name="adj" fmla="val 204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463040"/>
            <a:ext cx="73152" cy="4480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eligibilityTrace[]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50292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ruleCode · priority · matched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failStep · detail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matchedPath[]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example: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G12 &gt; F1 &gt; currency:eq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failures use ruleCode _DOOR_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63640" y="1463040"/>
            <a:ext cx="5440680" cy="4480560"/>
          </a:xfrm>
          <a:prstGeom prst="roundRect">
            <a:avLst>
              <a:gd name="adj" fmla="val 204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1463040"/>
            <a:ext cx="73152" cy="4480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1737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 surfaces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83680" y="228600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Dry-run webhook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 ingest response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Admin simulator / single fire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Fail queue reason + trace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black-box score.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20617"/>
          </a:solidFill>
          <a:ln w="12700">
            <a:solidFill>
              <a:srgbClr val="02061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6583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Factor Playbook  ·  UA Finance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515600" y="6583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own vs later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engine sharp — don’t swallow customer-360.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5577840" cy="4480560"/>
          </a:xfrm>
          <a:prstGeom prst="roundRect">
            <a:avLst>
              <a:gd name="adj" fmla="val 204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463040"/>
            <a:ext cx="73152" cy="4480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scope · now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Leaf factors + FactorSet boolean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Door admit + Brain select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RATE / tier / table / cap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Explain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engine · multi COA · SDK path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63640" y="1463040"/>
            <a:ext cx="5440680" cy="4480560"/>
          </a:xfrm>
          <a:prstGeom prst="roundRect">
            <a:avLst>
              <a:gd name="adj" fmla="val 204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1463040"/>
            <a:ext cx="73152" cy="4480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17830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 · explicit product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83680" y="237744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Multi-rule stacking (sum / best-of)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Named factor pack catalog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MTD counters / velocity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Rule pack version + approval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Tier/promo as attributes in, not joins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20617"/>
          </a:solidFill>
          <a:ln w="12700">
            <a:solidFill>
              <a:srgbClr val="02061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6583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Factor Playbook  ·  UA Finance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515600" y="6583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645920"/>
            <a:ext cx="9966960" cy="3200400"/>
          </a:xfrm>
          <a:prstGeom prst="roundRect">
            <a:avLst>
              <a:gd name="adj" fmla="val 2857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1645920"/>
            <a:ext cx="73152" cy="32004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54480" y="21031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matcher. Two questions.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554480" y="283464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this event enter?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yes — which equation books the points?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3931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docs/FACTORS.md  ·  FACTORS_ROADMAP.md  ·  Admin Door / Brain JSON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20617"/>
          </a:solidFill>
          <a:ln w="12700">
            <a:solidFill>
              <a:srgbClr val="02061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6583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Factor Playbook  ·  UA Finance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0" y="6583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LedgeRX Factor Playbook — UA Finance</dc:title>
  <dc:subject>Door + Brain common factors</dc:subject>
  <dc:creator>LedgeRX</dc:creator>
  <cp:lastModifiedBy>LedgeRX</cp:lastModifiedBy>
  <cp:revision>1</cp:revision>
  <dcterms:created xsi:type="dcterms:W3CDTF">2026-08-20T05:52:24Z</dcterms:created>
  <dcterms:modified xsi:type="dcterms:W3CDTF">2026-08-20T05:52:24Z</dcterms:modified>
</cp:coreProperties>
</file>