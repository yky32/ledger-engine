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91640"/>
            <a:ext cx="10881360" cy="3246120"/>
          </a:xfrm>
          <a:prstGeom prst="roundRect">
            <a:avLst>
              <a:gd name="adj" fmla="val 2254"/>
            </a:avLst>
          </a:prstGeom>
          <a:solidFill>
            <a:srgbClr val="0C234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91640"/>
            <a:ext cx="64008" cy="32461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0116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 ·  FOR UA FINANCE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23774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Playbook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051560" y="3017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factors · boolean composition · equations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decides entry · Brain selects the equation · one shared matcher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51560" y="4069080"/>
            <a:ext cx="1828800" cy="310896"/>
          </a:xfrm>
          <a:prstGeom prst="roundRect">
            <a:avLst>
              <a:gd name="adj" fmla="val 29412"/>
            </a:avLst>
          </a:prstGeom>
          <a:solidFill>
            <a:srgbClr val="065F46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406908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API-first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17520" y="4069080"/>
            <a:ext cx="1828800" cy="310896"/>
          </a:xfrm>
          <a:prstGeom prst="roundRect">
            <a:avLst>
              <a:gd name="adj" fmla="val 29412"/>
            </a:avLst>
          </a:prstGeom>
          <a:solidFill>
            <a:srgbClr val="065F46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406908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SDK-ready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83480" y="4069080"/>
            <a:ext cx="1828800" cy="310896"/>
          </a:xfrm>
          <a:prstGeom prst="roundRect">
            <a:avLst>
              <a:gd name="adj" fmla="val 29412"/>
            </a:avLst>
          </a:prstGeom>
          <a:solidFill>
            <a:srgbClr val="065F46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406908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Rule-driven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49440" y="4069080"/>
            <a:ext cx="1828800" cy="310896"/>
          </a:xfrm>
          <a:prstGeom prst="roundRect">
            <a:avLst>
              <a:gd name="adj" fmla="val 29412"/>
            </a:avLst>
          </a:prstGeom>
          <a:solidFill>
            <a:srgbClr val="065F46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406908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15400" y="4069080"/>
            <a:ext cx="1828800" cy="310896"/>
          </a:xfrm>
          <a:prstGeom prst="roundRect">
            <a:avLst>
              <a:gd name="adj" fmla="val 29412"/>
            </a:avLst>
          </a:prstGeom>
          <a:solidFill>
            <a:srgbClr val="065F46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15400" y="406908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In-cluster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 ·  Factor Playbook  ·  UA Finance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424160" y="653796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10972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UAF will stress every combination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leaf factors are a boolean surface — not five nested IFs.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2743200" cy="4114800"/>
          </a:xfrm>
          <a:prstGeom prst="roundRect">
            <a:avLst>
              <a:gd name="adj" fmla="val 2667"/>
            </a:avLst>
          </a:prstGeom>
          <a:solidFill>
            <a:srgbClr val="0C234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554480"/>
            <a:ext cx="64008" cy="41148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920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320040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single signal can open admission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83280" y="1554480"/>
            <a:ext cx="2743200" cy="4114800"/>
          </a:xfrm>
          <a:prstGeom prst="roundRect">
            <a:avLst>
              <a:gd name="adj" fmla="val 2667"/>
            </a:avLst>
          </a:prstGeom>
          <a:solidFill>
            <a:srgbClr val="0C234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1554480"/>
            <a:ext cx="64008" cy="41148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1920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11880" y="24688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611880" y="320040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N matching signals (atLeast)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63640" y="1554480"/>
            <a:ext cx="2743200" cy="4114800"/>
          </a:xfrm>
          <a:prstGeom prst="roundRect">
            <a:avLst>
              <a:gd name="adj" fmla="val 2667"/>
            </a:avLst>
          </a:prstGeom>
          <a:solidFill>
            <a:srgbClr val="0C234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1554480"/>
            <a:ext cx="64008" cy="41148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1920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24688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92240" y="320040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∧ B) ∨ (C ∧ D) group patterns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144000" y="1554480"/>
            <a:ext cx="2743200" cy="4114800"/>
          </a:xfrm>
          <a:prstGeom prst="roundRect">
            <a:avLst>
              <a:gd name="adj" fmla="val 2667"/>
            </a:avLst>
          </a:prstGeom>
          <a:solidFill>
            <a:srgbClr val="0C234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0" y="1554480"/>
            <a:ext cx="64008" cy="41148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72600" y="1920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372600" y="24688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372600" y="320040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RATE / tier / table / cap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 ·  Factor Playbook  ·  UA Finance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424160" y="653796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10972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FactorMatcher · two duties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leaf ops + FactorSet tree. Different product meaning.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2148840" cy="1371600"/>
          </a:xfrm>
          <a:prstGeom prst="roundRect">
            <a:avLst>
              <a:gd name="adj" fmla="val 5333"/>
            </a:avLst>
          </a:prstGeom>
          <a:solidFill>
            <a:srgbClr val="0C234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08760"/>
            <a:ext cx="64008" cy="13716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1792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cc-xapi / loan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68880" y="1965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88920" y="1508760"/>
            <a:ext cx="2148840" cy="1371600"/>
          </a:xfrm>
          <a:prstGeom prst="roundRect">
            <a:avLst>
              <a:gd name="adj" fmla="val 5333"/>
            </a:avLst>
          </a:prstGeom>
          <a:solidFill>
            <a:srgbClr val="0C234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88920" y="1508760"/>
            <a:ext cx="64008" cy="13716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53512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53512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entryFactors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0600" y="1965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120640" y="1508760"/>
            <a:ext cx="2148840" cy="1371600"/>
          </a:xfrm>
          <a:prstGeom prst="roundRect">
            <a:avLst>
              <a:gd name="adj" fmla="val 5333"/>
            </a:avLst>
          </a:prstGeom>
          <a:solidFill>
            <a:srgbClr val="0C234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0" y="1508760"/>
            <a:ext cx="64008" cy="13716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85232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285232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whenFactors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32320" y="1965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452360" y="1508760"/>
            <a:ext cx="2148840" cy="1371600"/>
          </a:xfrm>
          <a:prstGeom prst="roundRect">
            <a:avLst>
              <a:gd name="adj" fmla="val 5333"/>
            </a:avLst>
          </a:prstGeom>
          <a:solidFill>
            <a:srgbClr val="0C234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52360" y="1508760"/>
            <a:ext cx="64008" cy="13716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16952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16952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· tier · table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464040" y="1965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784080" y="1508760"/>
            <a:ext cx="2148840" cy="1371600"/>
          </a:xfrm>
          <a:prstGeom prst="roundRect">
            <a:avLst>
              <a:gd name="adj" fmla="val 5333"/>
            </a:avLst>
          </a:prstGeom>
          <a:solidFill>
            <a:srgbClr val="0C234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784080" y="1508760"/>
            <a:ext cx="64008" cy="13716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48672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948672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legs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320040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0C234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3200400"/>
            <a:ext cx="64008" cy="2743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34747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· isEntered?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77240" y="402336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junk before wallet / books.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entryFactors: any · atLeast · groups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→ NOT_ENTERED + explain path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217920" y="320040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0C234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17920" y="3200400"/>
            <a:ext cx="64008" cy="2743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37960" y="34747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· which equation?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537960" y="402336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whenFactors + legacy columns (AND).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rule by priority wins.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→ points → DE post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457200" y="6537960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 ·  Factor Playbook  ·  UA Finance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424160" y="653796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10972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FACTORS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common fields UAF will push hard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Ops: eq · neq · in · nin · gt / gte / lt / lte · between · exists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11155680" cy="777240"/>
          </a:xfrm>
          <a:prstGeom prst="roundRect">
            <a:avLst>
              <a:gd name="adj" fmla="val 9412"/>
            </a:avLst>
          </a:prstGeom>
          <a:solidFill>
            <a:srgbClr val="0C234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417320"/>
            <a:ext cx="64008" cy="777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1848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66160" y="16184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on event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98080" y="161848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HKD / USD allow-list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286000"/>
            <a:ext cx="11155680" cy="777240"/>
          </a:xfrm>
          <a:prstGeom prst="roundRect">
            <a:avLst>
              <a:gd name="adj" fmla="val 9412"/>
            </a:avLst>
          </a:prstGeom>
          <a:solidFill>
            <a:srgbClr val="0C234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286000"/>
            <a:ext cx="64008" cy="777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4871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66160" y="24871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metadata.mcc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498080" y="24871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5411 grocery, etc.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3154680"/>
            <a:ext cx="11155680" cy="777240"/>
          </a:xfrm>
          <a:prstGeom prst="roundRect">
            <a:avLst>
              <a:gd name="adj" fmla="val 9412"/>
            </a:avLst>
          </a:prstGeom>
          <a:solidFill>
            <a:srgbClr val="0C234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154680"/>
            <a:ext cx="64008" cy="777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35584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566160" y="33558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value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498080" y="33558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· gte · bands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" y="4023360"/>
            <a:ext cx="11155680" cy="777240"/>
          </a:xfrm>
          <a:prstGeom prst="roundRect">
            <a:avLst>
              <a:gd name="adj" fmla="val 9412"/>
            </a:avLst>
          </a:prstGeom>
          <a:solidFill>
            <a:srgbClr val="0C234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4023360"/>
            <a:ext cx="64008" cy="777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2245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ageDays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566160" y="42245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occurredAt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498080" y="42245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/ freshness window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02920" y="4892040"/>
            <a:ext cx="11155680" cy="777240"/>
          </a:xfrm>
          <a:prstGeom prst="roundRect">
            <a:avLst>
              <a:gd name="adj" fmla="val 9412"/>
            </a:avLst>
          </a:prstGeom>
          <a:solidFill>
            <a:srgbClr val="0C234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4892040"/>
            <a:ext cx="64008" cy="777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509320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metadata.*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566160" y="50932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· tier · …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498080" y="50932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· GOLD attributes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 ·  Factor Playbook  ·  UA Finance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424160" y="653796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10972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· FACTORSET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UAF three plays + controlled extras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JSON array = AND all (compat). Object = match mode.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286000"/>
                <a:gridCol w="3474720"/>
                <a:gridCol w="3840480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99F6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99F6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99F6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99F6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UAF use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65F4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of 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EEA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 — one leaf enough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Loose admit / soft promo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C234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of 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EEA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atLeast + count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N of 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 two intent signals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162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EEA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anyGroup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(A∧B) ∨ (C∧D)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 pack OR big-ticket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C234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EEA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of children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cash-advance pack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162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Exclusive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EEA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oneOf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Exactly one child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Mutually exclusive promos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C234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EEA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== N of 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 multi-signal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537960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 ·  Factor Playbook  ·  UA Finance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424160" y="653796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10972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SHAPES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FactorSet examples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Door / Brain JSON accepts array or object.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3657600" cy="4572000"/>
          </a:xfrm>
          <a:prstGeom prst="roundRect">
            <a:avLst>
              <a:gd name="adj" fmla="val 2000"/>
            </a:avLst>
          </a:prstGeom>
          <a:solidFill>
            <a:srgbClr val="0C234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63040"/>
            <a:ext cx="64008" cy="4572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737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· 1 of 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58368" y="2286000"/>
            <a:ext cx="3246120" cy="3383280"/>
          </a:xfrm>
          <a:prstGeom prst="roundRect">
            <a:avLst>
              <a:gd name="adj" fmla="val 1690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468880"/>
            <a:ext cx="292608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"match": "any",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"factors": [F1…F5]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97680" y="1463040"/>
            <a:ext cx="3657600" cy="4572000"/>
          </a:xfrm>
          <a:prstGeom prst="roundRect">
            <a:avLst>
              <a:gd name="adj" fmla="val 2000"/>
            </a:avLst>
          </a:prstGeom>
          <a:solidFill>
            <a:srgbClr val="0C234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1463040"/>
            <a:ext cx="64008" cy="4572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1737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atLeast · 2 of 5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498848" y="2286000"/>
            <a:ext cx="3246120" cy="3383280"/>
          </a:xfrm>
          <a:prstGeom prst="roundRect">
            <a:avLst>
              <a:gd name="adj" fmla="val 1690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2468880"/>
            <a:ext cx="292608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"match": "atLeast",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"count": 2,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"factors": [F1…F5]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38160" y="1463040"/>
            <a:ext cx="3657600" cy="4572000"/>
          </a:xfrm>
          <a:prstGeom prst="roundRect">
            <a:avLst>
              <a:gd name="adj" fmla="val 2000"/>
            </a:avLst>
          </a:prstGeom>
          <a:solidFill>
            <a:srgbClr val="0C234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38160" y="1463040"/>
            <a:ext cx="64008" cy="4572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66760" y="1737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anyGroup · combo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339328" y="2286000"/>
            <a:ext cx="3246120" cy="3383280"/>
          </a:xfrm>
          <a:prstGeom prst="roundRect">
            <a:avLst>
              <a:gd name="adj" fmla="val 1690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0" y="2468880"/>
            <a:ext cx="292608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"match": "anyGroup",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"groups": [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{ "id": "G12", "factors": [F1, F2] },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{ "id": "G34", "factors": [F3, F4]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 ·  Factor Playbook  ·  UA Finance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424160" y="653796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10972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factors match — score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formula JSON on digestion rule.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2743200" cy="4206240"/>
          </a:xfrm>
          <a:prstGeom prst="roundRect">
            <a:avLst>
              <a:gd name="adj" fmla="val 2667"/>
            </a:avLst>
          </a:prstGeom>
          <a:solidFill>
            <a:srgbClr val="0C234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54480"/>
            <a:ext cx="64008" cy="4206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9202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+ caps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" y="2651760"/>
            <a:ext cx="2331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· multiplier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· floor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demo math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37560" y="1554480"/>
            <a:ext cx="2743200" cy="4206240"/>
          </a:xfrm>
          <a:prstGeom prst="roundRect">
            <a:avLst>
              <a:gd name="adj" fmla="val 2667"/>
            </a:avLst>
          </a:prstGeom>
          <a:solidFill>
            <a:srgbClr val="0C234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554480"/>
            <a:ext cx="64008" cy="4206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38728" y="19202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TIERED_RATE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38728" y="2651760"/>
            <a:ext cx="2331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brackets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band @ 1%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@ 2%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1554480"/>
            <a:ext cx="2743200" cy="4206240"/>
          </a:xfrm>
          <a:prstGeom prst="roundRect">
            <a:avLst>
              <a:gd name="adj" fmla="val 2667"/>
            </a:avLst>
          </a:prstGeom>
          <a:solidFill>
            <a:srgbClr val="0C234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554480"/>
            <a:ext cx="64008" cy="4206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19088" y="19202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19088" y="2651760"/>
            <a:ext cx="2331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metadata.tier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→ 2%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→ 1%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098280" y="1554480"/>
            <a:ext cx="2743200" cy="4206240"/>
          </a:xfrm>
          <a:prstGeom prst="roundRect">
            <a:avLst>
              <a:gd name="adj" fmla="val 2667"/>
            </a:avLst>
          </a:prstGeom>
          <a:solidFill>
            <a:srgbClr val="0C234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98280" y="1554480"/>
            <a:ext cx="64008" cy="4206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99448" y="19202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baseline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99448" y="2651760"/>
            <a:ext cx="2331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HKD × 1%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5 LP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 5411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 ·  Factor Playbook  ·  UA Finance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424160" y="653796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10972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every decision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clients ask “why skipped?” — answer is in the payload.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5532120" cy="4434840"/>
          </a:xfrm>
          <a:prstGeom prst="roundRect">
            <a:avLst>
              <a:gd name="adj" fmla="val 1649"/>
            </a:avLst>
          </a:prstGeom>
          <a:solidFill>
            <a:srgbClr val="0C234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08760"/>
            <a:ext cx="64008" cy="44348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eligibilityTrace[]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2377440"/>
            <a:ext cx="48463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ruleCode · priority · matched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failStep · detail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matchedPath[]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path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G12  &gt;  F1  &gt;  currency:eq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failures use _DOOR_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0" y="1508760"/>
            <a:ext cx="5486400" cy="4434840"/>
          </a:xfrm>
          <a:prstGeom prst="roundRect">
            <a:avLst>
              <a:gd name="adj" fmla="val 1649"/>
            </a:avLst>
          </a:prstGeom>
          <a:solidFill>
            <a:srgbClr val="0C234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508760"/>
            <a:ext cx="64008" cy="44348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surfaces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3680" y="2377440"/>
            <a:ext cx="48463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Dry-run webhook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ingest response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Admin simulator / single fire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Fail queue reason + trace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black-box score.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 ·  Factor Playbook  ·  UA Finance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424160" y="653796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10972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own vs later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engine sharp — don’t swallow customer-360.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5532120" cy="4434840"/>
          </a:xfrm>
          <a:prstGeom prst="roundRect">
            <a:avLst>
              <a:gd name="adj" fmla="val 1649"/>
            </a:avLst>
          </a:prstGeom>
          <a:solidFill>
            <a:srgbClr val="0C234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08760"/>
            <a:ext cx="64008" cy="44348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8745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 · now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468880"/>
            <a:ext cx="4846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Leaf factors + FactorSet boolean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Door admit + Brain select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RATE / tier / table / cap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Explain path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 engine · multi COA · SDK path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17920" y="1508760"/>
            <a:ext cx="5486400" cy="4434840"/>
          </a:xfrm>
          <a:prstGeom prst="roundRect">
            <a:avLst>
              <a:gd name="adj" fmla="val 1649"/>
            </a:avLst>
          </a:prstGeom>
          <a:solidFill>
            <a:srgbClr val="0C234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508760"/>
            <a:ext cx="64008" cy="44348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8745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· explicit product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583680" y="2468880"/>
            <a:ext cx="4846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Multi-rule stacking (sum / best-of)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Named factor pack catalog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MTD counters / velocity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Rule pack version + approval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Tier/promo as attributes in, not joins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 ·  Factor Playbook  ·  UA Finance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424160" y="653796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1737360"/>
            <a:ext cx="9784080" cy="3108960"/>
          </a:xfrm>
          <a:prstGeom prst="roundRect">
            <a:avLst>
              <a:gd name="adj" fmla="val 2353"/>
            </a:avLst>
          </a:prstGeom>
          <a:solidFill>
            <a:srgbClr val="0C234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1737360"/>
            <a:ext cx="64008" cy="31089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2194560"/>
            <a:ext cx="8869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matcher. Two questions.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645920" y="2880360"/>
            <a:ext cx="8869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this event enter?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yes — which equation books the points?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3931920"/>
            <a:ext cx="8869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docs/FACTORS.md   ·   FACTORS_ROADMAP.md   ·   Admin Door / Brain JSON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 ·  Factor Playbook  ·  UA Finance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424160" y="653796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LedgeRX Factor Playbook — UA Finance</dc:title>
  <dc:subject>PptxGenJS Presentation</dc:subject>
  <dc:creator>LedgeRX</dc:creator>
  <cp:lastModifiedBy>LedgeRX</cp:lastModifiedBy>
  <cp:revision>1</cp:revision>
  <dcterms:created xsi:type="dcterms:W3CDTF">2026-08-20T06:05:17Z</dcterms:created>
  <dcterms:modified xsi:type="dcterms:W3CDTF">2026-08-20T06:05:17Z</dcterms:modified>
</cp:coreProperties>
</file>