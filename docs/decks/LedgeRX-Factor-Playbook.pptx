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· Factor Playbook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 Finance CTO · common factors × boolean × equation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Explain · B not/exactly/oneOf · C tiered/cap · Door+Brain shared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Shared model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0972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Leaf: ccy · mcc · amount · age · eventType · metadata.*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Ops: eq/neq/in/nin/gt/gte/lt/lte/between/exists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Set: all · any · atLeast · exactly · atMost · not · oneOf · anyGroup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entryFactors = isEntered · Brain whenFactors = which equation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never on Door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UAF three plays (5 factors)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657600"/>
                <a:gridCol w="5303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4D39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4D39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FactorSet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4D39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match: any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 channel or currency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match: atLeast, count:2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two signals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(1∧2)∨(3∧4)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match: anyGroup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 combo OR big ticket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Explain path (A)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eligibilityTrace[].matchedPath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G12 &gt; F1 &gt; currency:eq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also carries path=… for humans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NOT_ENTERED + Brain skip both explain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Extra boolean (B)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— exclude cash-advance pack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N — precisely two of five signals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atMost — soft gates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oneOf — mutually exclusive promo groups (xor)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Equation power (C)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/ FIXED / AMOUNT / LINEAR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multiplier · cap · floor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TIERED_RATE — marginal brackets (first 5k @1%, rest @2%)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— by metadata.tier → nested formula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HKD × 1% = 5 LP still the demo baseline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Flow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→ Door isEnabled → entryFactors (set)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→ Brain rules priority → whenFactors (set)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→ formula (+tier/table/cap) → Books DE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engine · multi COA · SDK for Internal IT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· Boundary for hard clients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In: admission + scoring selection + parametric equations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(later): multi-rule stacking policy · MTD counters · approval workflow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(tier/promo) arrives as attributes — ledger is not customer-360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docs/FACTORS.md · FACTORS_ROADMAP.md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Factor Playbook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LedgeRX Factor Playbook — UA Finance</dc:title>
  <dc:subject>PptxGenJS Presentation</dc:subject>
  <dc:creator>LedgeRX</dc:creator>
  <cp:lastModifiedBy>LedgeRX</cp:lastModifiedBy>
  <cp:revision>1</cp:revision>
  <dcterms:created xsi:type="dcterms:W3CDTF">2026-08-20T05:48:25Z</dcterms:created>
  <dcterms:modified xsi:type="dcterms:W3CDTF">2026-08-20T05:48:25Z</dcterms:modified>
</cp:coreProperties>
</file>