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FINANCE  ·  DEMO CASE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· Process · Burn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deck = one idea per slide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= full sequence board (2 pages)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34E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526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 500 grocery (MCC 5411) → 1% → +5 LP → later redeem −5 LP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walk the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194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0312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86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Channel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1645920"/>
            <a:ext cx="2194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210312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286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97180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7180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xapi → SDK → Door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66360" y="1645920"/>
            <a:ext cx="2194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2103120"/>
            <a:ext cx="914400" cy="91440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2286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30352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0352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500 × 1%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98080" y="1645920"/>
            <a:ext cx="2194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2103120"/>
            <a:ext cx="914400" cy="9144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2286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63524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63524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+5 LP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829800" y="1645920"/>
            <a:ext cx="2194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B122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69880" y="2103120"/>
            <a:ext cx="914400" cy="9144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10469880" y="2286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96696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966960" y="4114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−5 LP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PAY  —  transaction comes 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→  Channel (e6 / POS)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merchant HKD 500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00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 500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29260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200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5411 (grocery)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663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5029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 = 01A…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09360" y="438912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663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5029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txn-88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PAY  —  existing edge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14400" cy="9144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 →  cc-xapi (existing)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CC event · normalize fields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0972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80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cc-xapi does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Maps one of ~21 CC events into a clean payload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Fills amount, currency, MCC, customer id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Does NOT calculate loyalty points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Next: Internal IT calls LedgeRX Java SDK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INGEST  —  Internal 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  →  Java SDK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SDK.ingestEvent( … 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17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434840" y="274320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017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3429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229600" y="274320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3017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3429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72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metadata.mcc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5411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4434840" y="429768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4572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coaProfile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8229600" y="429768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572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txn-88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INGEST  —  Door only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 →  Door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traffic? Auto-create wallet?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checks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Ingest enabled?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Auto-wallet if first visit?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709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Default COA for open books?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0C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does NOT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3520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Calculate points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4114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 MCC earn rules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4709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 double-entry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DB27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CALCULATE  —  Brain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14400" cy="91440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 →  Brain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rule + calculate LP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2148840" cy="27432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39319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PURCHASE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926080" y="2926080"/>
            <a:ext cx="2148840" cy="27432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63240" y="39319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HKD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12080" y="2926080"/>
            <a:ext cx="2148840" cy="27432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49240" y="39319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5411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98080" y="2926080"/>
            <a:ext cx="2148840" cy="27432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35240" y="39319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min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784080" y="2926080"/>
            <a:ext cx="2148840" cy="27432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921240" y="39319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within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days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THE MATH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LP?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 ×  1%  =  5 LP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10972800" cy="2194560"/>
          </a:xfrm>
          <a:prstGeom prst="roundRect">
            <a:avLst>
              <a:gd name="adj" fmla="val 5000"/>
            </a:avLst>
          </a:prstGeom>
          <a:solidFill>
            <a:srgbClr val="134E4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315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CC_EARN_MCC_5411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4315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0.01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4846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matched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5138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+ HKD + MCC 5411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4846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5138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LP · processType = EARN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EARN  —  Books double-entry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914400" cy="9144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 →  Books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earn — balanced ledger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10972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88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for +5 LP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3383280"/>
            <a:ext cx="4846320" cy="2103120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611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069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pool LP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126480" y="3383280"/>
            <a:ext cx="4846320" cy="2103120"/>
          </a:xfrm>
          <a:prstGeom prst="roundRect">
            <a:avLst>
              <a:gd name="adj" fmla="val 4348"/>
            </a:avLst>
          </a:prstGeom>
          <a:solidFill>
            <a:srgbClr val="ECFDF5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611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4069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LP account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EARN  —  result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 · what the member has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566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matchedRule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CC_EARN_MCC_5411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846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 = txn-88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wallet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2926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LP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675120" y="4023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balance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/wallets/{ownerId}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BURN  —  later redeem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spine · opposite direction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2103120"/>
            <a:ext cx="1005840" cy="10058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wants coupon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43891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worth 5 LP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app / adapter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8056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2103120"/>
            <a:ext cx="1005840" cy="10058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33832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→ Brain → Books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43891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· CC_BURN_REDEEM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 = 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2104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0" y="2103120"/>
            <a:ext cx="1005840" cy="10058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0" y="2331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49640" y="33832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out · coupon out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49640" y="43891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−5 LP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E-Coupon fulfils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main walkthrough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member LP  5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PROGRAM   5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0C2340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net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0116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500 → +5 LP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Redeemed → 0 net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on eventId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1155680" cy="1828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26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next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sequence board split into 2 slides — same content as the readable HTML one-pager, for leave-behind.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Earn · Process · Burn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0" y="6537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sequence board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halves)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Pay · Ingest · Calculate · Earn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Member result · Burn / redeem · summary cards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  ·  Sequence board (1/2)  ·  Transaction → Earn</a:t>
            </a:r>
            <a:endParaRPr lang="en-US" sz="1300" dirty="0"/>
          </a:p>
        </p:txBody>
      </p:sp>
      <p:pic>
        <p:nvPicPr>
          <p:cNvPr id="4" name="Image 0" descr="/Users/wayneyu/Documents/git/personal/ledger-engine/docs/decks/uaf-earn-burn-appendix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106070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  ·  Sequence board (2/2)  ·  Result → Burn + summary</a:t>
            </a:r>
            <a:endParaRPr lang="en-US" sz="1300" dirty="0"/>
          </a:p>
        </p:txBody>
      </p:sp>
      <p:pic>
        <p:nvPicPr>
          <p:cNvPr id="4" name="Image 0" descr="/Users/wayneyu/Documents/git/personal/ledger-engine/docs/decks/uaf-earn-burn-appendix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10607040" cy="5989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LedgeRX × UAF — Earn Process Burn + Appendix</dc:title>
  <dc:subject>PptxGenJS Presentation</dc:subject>
  <dc:creator>LedgeRX</dc:creator>
  <cp:lastModifiedBy>LedgeRX</cp:lastModifiedBy>
  <cp:revision>1</cp:revision>
  <dcterms:created xsi:type="dcterms:W3CDTF">2026-08-19T01:27:35Z</dcterms:created>
  <dcterms:modified xsi:type="dcterms:W3CDTF">2026-08-19T01:27:35Z</dcterms:modified>
</cp:coreProperties>
</file>