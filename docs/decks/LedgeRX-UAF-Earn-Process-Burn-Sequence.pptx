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CASE · READABLE SEQUENCE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· Process · Burn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 Finance CC — HKD 500 → 5 LP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→ xapi → SDK → Door → Brain (500×1%) → Books (+5)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redeem → Burn (−5) → E-Coupon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/>
        </p:spPr>
      </p:sp>
      <p:pic>
        <p:nvPicPr>
          <p:cNvPr id="3" name="Image 0" descr="/Users/wayneyu/Documents/git/personal/ledger-engine/docs/decks/uaf-earn-process-burn-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7160"/>
            <a:ext cx="960120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glance — the math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1828800"/>
          </a:xfrm>
          <a:prstGeom prst="roundRect">
            <a:avLst>
              <a:gd name="adj" fmla="val 6000"/>
            </a:avLst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HKD  ×  1%  =  5 LP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CC_EARN_MCC_5411  ·  RATE 0.01  ·  MCC 5411 grocery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2148840" cy="26517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6576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Come in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4434840"/>
            <a:ext cx="1874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→ cc-xapi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834640" y="3383280"/>
            <a:ext cx="2148840" cy="26517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971800" y="36576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Enter engine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71800" y="4434840"/>
            <a:ext cx="1874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SDK.ingestEvent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accepts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20640" y="3383280"/>
            <a:ext cx="2148840" cy="26517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57800" y="36576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 Earn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57800" y="4434840"/>
            <a:ext cx="1874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calc 5 LP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DE post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06640" y="3383280"/>
            <a:ext cx="2148840" cy="26517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36576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8–9 See 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543800" y="4434840"/>
            <a:ext cx="1874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+5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can notify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692640" y="3383280"/>
            <a:ext cx="2148840" cy="26517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829800" y="36576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 Burn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829800" y="4434840"/>
            <a:ext cx="1874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Redeem 5 LP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fulfil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LedgeRX × UAF — Earn Process Burn (readable)</dc:title>
  <dc:subject>PptxGenJS Presentation</dc:subject>
  <dc:creator>PptxGenJS</dc:creator>
  <cp:lastModifiedBy>PptxGenJS</cp:lastModifiedBy>
  <cp:revision>1</cp:revision>
  <dcterms:created xsi:type="dcterms:W3CDTF">2026-08-19T01:15:23Z</dcterms:created>
  <dcterms:modified xsi:type="dcterms:W3CDTF">2026-08-19T01:15:23Z</dcterms:modified>
</cp:coreProperties>
</file>