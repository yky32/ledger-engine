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CASE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· Process · Burn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 Finance CC customer transaction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HKD 500 grocery (MCC 5411) → Brain RATE 1% → 5 LP earn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redeem → 5 LP burn · SA V2–style sequence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70B14"/>
          </a:solidFill>
          <a:ln/>
        </p:spPr>
      </p:sp>
      <p:pic>
        <p:nvPicPr>
          <p:cNvPr id="3" name="Image 0" descr="/Users/wayneyu/Documents/git/personal/ledger-engine/docs/decks/uaf-earn-process-burn-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"/>
            <a:ext cx="11795760" cy="6675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mean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2743200" cy="48463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2377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= 500 HKD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5411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eventType = PURCHASE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ownerId = 01A…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eventId = txn-88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29000" y="1143000"/>
            <a:ext cx="2743200" cy="48463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1188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process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11880" y="2103120"/>
            <a:ext cx="2377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CC_EARN_MCC_5411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type·ccy·MCC·age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RATE 0.01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match wins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143000"/>
            <a:ext cx="2743200" cy="48463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output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37960" y="2103120"/>
            <a:ext cx="2377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= 500 × 0.01 = 5 LP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DE: DR PROGRAM / CR member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EARNED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eventId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281160" y="1143000"/>
            <a:ext cx="2743200" cy="48463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46404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burn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464040" y="2103120"/>
            <a:ext cx="2377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eventType REDEEM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 = 5 LP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member / CR PROGRAM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E-Coupon fulfil (out)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LedgeRX × UAF — Earn Process Burn demo</dc:title>
  <dc:subject>PptxGenJS Presentation</dc:subject>
  <dc:creator>PptxGenJS</dc:creator>
  <cp:lastModifiedBy>PptxGenJS</cp:lastModifiedBy>
  <cp:revision>1</cp:revision>
  <dcterms:created xsi:type="dcterms:W3CDTF">2026-08-19T01:11:23Z</dcterms:created>
  <dcterms:modified xsi:type="dcterms:W3CDTF">2026-08-19T01:11:23Z</dcterms:modified>
</cp:coreProperties>
</file>