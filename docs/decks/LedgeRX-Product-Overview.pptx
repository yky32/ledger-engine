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4114800" cy="6858000"/>
          </a:xfrm>
          <a:prstGeom prst="rect">
            <a:avLst/>
          </a:prstGeom>
          <a:solidFill>
            <a:srgbClr val="0A1C3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20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ledger &amp; wallet engine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programme operators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Executive draft v2.1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0" y="1463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1755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&amp; points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41248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0" y="2807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microservice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412480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no release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4617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9103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459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16184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0391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programmes need a dedicated ledger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32588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459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98080" y="16184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&amp; positioning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0" y="20391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LedgeRX is — and is not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91640" y="31272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5478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earn · multi-line books · issuer hold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283464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98080" y="31272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98080" y="35478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upstream events, ops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34340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634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691640" y="46360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91640" y="5056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· Brain · Wallet · Books · Trust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434340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46634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98080" y="46360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98080" y="5056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+ microservices landscape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points are financial liabilities — often run on spreadsheets or bolt-ons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91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truth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live in CRM, campaign tools, or batch files. Finance cannot reconcile quickly.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1691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40664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rule changes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rates and eligibility need code releases. Marketing waits on engineering.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52044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840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3886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audit trail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Single-sided updates. Hard to prove why a member earned — or why they did not.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352044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3840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3886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drag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44348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channel rebuilds wallet + points logic. No stable event contract.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domain service for programme balances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deployable wallet + loyalty ledger infrastructure so operators can configure earn rules at runtime, post audit-grade double-entry, and expose a stable API — without owning CRM, payments, or campaign 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063240"/>
            <a:ext cx="544068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wallet &amp; multi-currency books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earn / burn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with programme pool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Door + Brain configuration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dry-run, trace, fail queue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063240"/>
            <a:ext cx="544068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796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(by design)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master / KYC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4069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acquiring &amp; bank rails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campaign builder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internet product edge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5166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promotion / SpEL engine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situations where LedgeRX pays for itself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611880" cy="443484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0" y="173736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9202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/ e-com earn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events → points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60120" y="429768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rule change; clear earn proof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1417320"/>
            <a:ext cx="3611880" cy="443484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173736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9202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Multi-line books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7720" y="36118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COA schemes per line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00600" y="429768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stay separable without splitting CRM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3611880" cy="443484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09760" y="173736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192024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458200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hold → settle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58200" y="36118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available LP then earn/burn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29768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25" name="Text 23"/>
          <p:cNvSpPr/>
          <p:nvPr/>
        </p:nvSpPr>
        <p:spPr>
          <a:xfrm>
            <a:off x="845820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Issuer-style control without custom code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 — Retail earn on purchase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POS event to member LP balance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HKD 500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88920" y="13258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88036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0916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74920" y="13258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MCC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9516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60920" y="13258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45236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LP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28116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646920" y="13258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973836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292608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7240" y="37947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MCC 5411 earns 1% in LP. Change rate in Admin — no release train.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43400" y="292608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1772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17720" y="37947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shows matched rule + skip trace before live traffic.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83880" y="292608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5820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view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58200" y="37947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earn is DR programme pool / CR member — balanced and queryable.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B &amp; C — Books structure &amp; holds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patterns beyond simple earn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532120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Multi-line COA schemes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operator runs more than one product line. Finance needs separable account numbers without splitting the CRM person record into chaos.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approach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 profiles stamp segment codes when books open. Points math stays in Brain. Product APIs do not leak internal COA segments to members.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132588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8368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Hold then settle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Issuer-style flows need to reserve spendable points at authorisation, then capture or release — without inventing a side ledger.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490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/ release adjusts available balance. Earn/burn still posts double-entry. Ops can simulate hold flows in Admin before production traffic.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contracts at the boundary — logic stays in LedgeRX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11155680" cy="5029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send / 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75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075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2075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/wallets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+ settlement + optional COA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651760"/>
            <a:ext cx="11155680" cy="73152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60320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…/webhooks/transactions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2852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eventId, amount, MCC, metadata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42900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630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60320" y="3630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630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…/dry-run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3630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points &amp; skip reasons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06240"/>
            <a:ext cx="11155680" cy="73152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4074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560320" y="44074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44074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· Brain · COA APIs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407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DB — no deploy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498348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1846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560320" y="51846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51846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/wallets/{ownerId}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5184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Balances, history, legs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product capabilities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building blocks — one pipeline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74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&amp; auto-wallet policy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63440" y="2468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+ points formula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1371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03920" y="1874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03920" y="2468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member · multi-ccy books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" y="4754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double-entry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43400" y="3657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63440" y="4754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 schemes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83880" y="3657600"/>
            <a:ext cx="36118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039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503920" y="47548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· trace · fail ops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processing spine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LedgeRX domain service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48840" y="1554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2316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1554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912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508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1554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2104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12680" y="1554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287000" y="13258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1028700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834640" y="25146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 · Spring Boot  ·  Product HTTP APIs for new work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172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834640" y="317296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Digestion · Wallet · Movement shooter · COA profiles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3831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834640" y="383133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wallet / account / movement / legs / rules / COA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44897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4489704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Admin (Next.js)  ·  Simulator  ·  Review  ·  Records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5148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834640" y="5148072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Cluster-internal service  ·  No public edge in current phase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as a bounded domain service in the client platform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1155680" cy="640080"/>
          </a:xfrm>
          <a:prstGeom prst="roundRect">
            <a:avLst>
              <a:gd name="adj" fmla="val 8571"/>
            </a:avLst>
          </a:prstGeom>
          <a:solidFill>
            <a:srgbClr val="E6F5F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one deployable service per domain. LedgeRX is the Ledger / Loyalty capability — not a monorepo of many ledgers, and not embedded inside CRM or POS.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2880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67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CRM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328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7520"/>
            <a:ext cx="2880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272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/ POS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4930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events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2880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4087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/ Issuer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453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presentment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937760"/>
            <a:ext cx="2880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50474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413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alerts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2057400"/>
            <a:ext cx="4480560" cy="3794760"/>
          </a:xfrm>
          <a:prstGeom prst="roundRect">
            <a:avLst>
              <a:gd name="adj" fmla="val 241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2331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84048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ledger-engine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microservice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3657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HTTP product APIs (ClusterIP)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Door · Brain · Books · COA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97680" y="4480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Own PostgreSQL schema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97680" y="4892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Admin UI as separate BFF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15400" y="21671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915400" y="253288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routing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3017520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915400" y="3127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/ Secrets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15400" y="349300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later API key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732520" y="3977640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915400" y="408736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915400" y="445312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metrics · traces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732520" y="4937760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915400" y="504748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15400" y="54132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(owned)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0" y="356616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HTTP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/ CRUD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design principles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LedgeRX fits a service-oriented platform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Ledger/loyalty only. No CRM fields, no payment capture, no campaign content.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data store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194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PostgreSQL. Other services never write LedgeRX tables directly.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388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as contract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58200" y="2194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product paths: /wallets, /integrations/webhooks, /digestion-rules, /coa-profiles.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5262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ledger-engine without releasing CRM or POS. Rules change without redeploy.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4340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Async-ready edge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17720" y="45262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sync HTTP webhooks. Same contract can sit behind a queue consumer later.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8388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network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5262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/ mesh only. Cross-service auth (API key) is planned debt, not a public OAuth product.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should expect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91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Time-to-rule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earn eligibility or rate in hours, not a release cycle.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691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confidence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240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points movement is balanced double-entry with queryable legs.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325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691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leverage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58200" y="2240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contract for POS, e-com, issuer — same Door/Brain/Books.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023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clarity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and skip traces reduce ‘why no points?’ tickets.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023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boundaries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1772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stays CRM; payments stay payments; ledger stays ledger.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83880" y="365760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4023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fit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in as a domain microservice inside the existing cluster.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is the programme’s balance domain service —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rules, double-entry books, event-based integration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your microservices platform.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docs/START_HERE.md   ·   module ledger-engine   ·   in-cluster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Questions  ·  Next steps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— Executive Product Overview</dc:title>
  <dc:subject>C-level briefing v2.1</dc:subject>
  <dc:creator>LedgeRX</dc:creator>
  <cp:lastModifiedBy>LedgeRX</cp:lastModifiedBy>
  <cp:revision>1</cp:revision>
  <dcterms:created xsi:type="dcterms:W3CDTF">2026-08-18T16:43:37Z</dcterms:created>
  <dcterms:modified xsi:type="dcterms:W3CDTF">2026-08-18T16:43:37Z</dcterms:modified>
</cp:coreProperties>
</file>