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F2A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1828800"/>
            <a:ext cx="137160" cy="2011680"/>
          </a:xfrm>
          <a:prstGeom prst="roundRect">
            <a:avLst>
              <a:gd name="adj" fmla="val 33333"/>
            </a:avLst>
          </a:prstGeom>
          <a:solidFill>
            <a:srgbClr val="2DD4B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828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+ loyalty ledger engine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  ·  Integration  ·  Core capabilities  ·  System architecture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overview  ·  Based on ledger-engine main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4173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011680" y="135331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011680" y="16642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LedgeRX exists and what it owns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28600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85800" y="2514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011680" y="245059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011680" y="27614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CRM / upstream / ops plug in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38328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85800" y="3611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011680" y="35478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011680" y="38587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· Brain · Wallet · Books · COA · Trust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48056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85800" y="47091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2011680" y="464515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011680" y="4956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pipeline and system shape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Confidential  ·  In-cluster ledger engine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1247120" cy="1234440"/>
          </a:xfrm>
          <a:prstGeom prst="roundRect">
            <a:avLst>
              <a:gd name="adj" fmla="val 8889"/>
            </a:avLst>
          </a:prstGeom>
          <a:solidFill>
            <a:srgbClr val="0B1F2A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the system of record for member balances and loyalty points — deployable in the client’s own environment, driven by runtime rules, with audit-grade double-entry.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3657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5800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3200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Wallets &amp; multi-ccy books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/ burn from events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Double-entry legs + history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4709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Door + Brain config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97680" y="2468880"/>
            <a:ext cx="3657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26280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not own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26280" y="3200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/ KYC identity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acquiring / PSP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26280" y="4206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marketing UI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26280" y="4709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internet edge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657600" cy="3566160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366760" y="2697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Promise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366760" y="32004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ownerId → 1 Wallet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36676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Idempotent posting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66760" y="42062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In-cluster service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366760" y="470916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without redeploy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Confidential  ·  In-cluster ledger engine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10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model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books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0B1F2A"/>
          </a:solidFill>
          <a:ln/>
          <a:effectLst>
            <a:outerShdw sx="100000" sy="100000" kx="0" ky="0" algn="bl" rotWithShape="0" blurRad="76200" dist="12700" dir="5400000">
              <a:srgbClr val="0F172A">
                <a:alpha val="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ownerId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8892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91840" y="14630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0F172A">
                <a:alpha val="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42900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342900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: 1 member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62356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126480" y="14630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0F172A">
                <a:alpha val="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6364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26364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HKD · LP · …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458200" y="18745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61120" y="14630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0F172A">
                <a:alpha val="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098280" y="1737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Movements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098280" y="224028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 / Burn / $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55778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34930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Settlement currency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31520" y="382219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Primary book on wallet (e.g. HKD)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309360" y="3291840"/>
            <a:ext cx="55778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349300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book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583680" y="382219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 account LP under same wallet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4526280"/>
            <a:ext cx="55778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7274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 profile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31520" y="50566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fullNumber segments at open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309360" y="4526280"/>
            <a:ext cx="557784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6583680" y="4727448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 pool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6583680" y="50566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counterparty for DE earn/burn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457200" y="64922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Confidential  ·  In-cluster ledger engine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10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talks to LedgeRX — and how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80160"/>
            <a:ext cx="109728" cy="960120"/>
          </a:xfrm>
          <a:prstGeom prst="roundRect">
            <a:avLst>
              <a:gd name="adj" fmla="val 33333"/>
            </a:avLst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14173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/ Membership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175564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onboard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06240" y="1463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/wallets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ownerId + settlement + optional COA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37744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377440"/>
            <a:ext cx="109728" cy="960120"/>
          </a:xfrm>
          <a:prstGeom prst="roundRect">
            <a:avLst>
              <a:gd name="adj" fmla="val 33333"/>
            </a:avLst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514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/ OMS / Issuer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22960" y="28529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events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06240" y="256032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/integrations/webhooks/transactions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 /dry-run)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474720"/>
            <a:ext cx="109728" cy="960120"/>
          </a:xfrm>
          <a:prstGeom prst="roundRect">
            <a:avLst>
              <a:gd name="adj" fmla="val 33333"/>
            </a:avLst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/ Admin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395020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 + ops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206240" y="365760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· Brain · COA · Simulator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DB, no redeploy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572000"/>
            <a:ext cx="112471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4572000"/>
            <a:ext cx="109728" cy="960120"/>
          </a:xfrm>
          <a:prstGeom prst="roundRect">
            <a:avLst>
              <a:gd name="adj" fmla="val 33333"/>
            </a:avLst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822960" y="47091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/ portal (future)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504748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76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balances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206240" y="4754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wallets · movements · as-of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922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Confidential  ·  In-cluster ledger engine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10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0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 path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88720" y="1463040"/>
            <a:ext cx="640080" cy="640080"/>
          </a:xfrm>
          <a:prstGeom prst="ellipse">
            <a:avLst/>
          </a:prstGeom>
          <a:solidFill>
            <a:srgbClr val="0B1F2A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15727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965960" y="1737360"/>
            <a:ext cx="13716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Shape 5"/>
          <p:cNvSpPr/>
          <p:nvPr/>
        </p:nvSpPr>
        <p:spPr>
          <a:xfrm>
            <a:off x="411480" y="2468880"/>
            <a:ext cx="21945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743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48640" y="3474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Cluster-internal Spring Boot + PG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520440" y="1463040"/>
            <a:ext cx="640080" cy="640080"/>
          </a:xfrm>
          <a:prstGeom prst="ellipse">
            <a:avLst/>
          </a:prstGeom>
          <a:solidFill>
            <a:srgbClr val="0B1F2A"/>
          </a:solidFill>
          <a:ln/>
        </p:spPr>
      </p:sp>
      <p:sp>
        <p:nvSpPr>
          <p:cNvPr id="11" name="Text 9"/>
          <p:cNvSpPr/>
          <p:nvPr/>
        </p:nvSpPr>
        <p:spPr>
          <a:xfrm>
            <a:off x="3520440" y="15727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97680" y="1737360"/>
            <a:ext cx="13716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3200" y="2468880"/>
            <a:ext cx="21945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880360" y="2743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 once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80360" y="3474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 · Door · Brain in DB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852160" y="1463040"/>
            <a:ext cx="640080" cy="640080"/>
          </a:xfrm>
          <a:prstGeom prst="ellipse">
            <a:avLst/>
          </a:prstGeom>
          <a:solidFill>
            <a:srgbClr val="0B1F2A"/>
          </a:solidFill>
          <a:ln/>
        </p:spPr>
      </p:sp>
      <p:sp>
        <p:nvSpPr>
          <p:cNvPr id="17" name="Text 15"/>
          <p:cNvSpPr/>
          <p:nvPr/>
        </p:nvSpPr>
        <p:spPr>
          <a:xfrm>
            <a:off x="5852160" y="15727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629400" y="1737360"/>
            <a:ext cx="13716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9" name="Shape 17"/>
          <p:cNvSpPr/>
          <p:nvPr/>
        </p:nvSpPr>
        <p:spPr>
          <a:xfrm>
            <a:off x="5074920" y="2468880"/>
            <a:ext cx="21945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2743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 wallets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212080" y="3474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 batch or lazy auto-wallet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83880" y="1463040"/>
            <a:ext cx="640080" cy="640080"/>
          </a:xfrm>
          <a:prstGeom prst="ellipse">
            <a:avLst/>
          </a:prstGeom>
          <a:solidFill>
            <a:srgbClr val="0B1F2A"/>
          </a:solidFill>
          <a:ln/>
        </p:spPr>
      </p:sp>
      <p:sp>
        <p:nvSpPr>
          <p:cNvPr id="23" name="Text 21"/>
          <p:cNvSpPr/>
          <p:nvPr/>
        </p:nvSpPr>
        <p:spPr>
          <a:xfrm>
            <a:off x="8183880" y="15727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8961120" y="1737360"/>
            <a:ext cx="13716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5" name="Shape 23"/>
          <p:cNvSpPr/>
          <p:nvPr/>
        </p:nvSpPr>
        <p:spPr>
          <a:xfrm>
            <a:off x="7406640" y="2468880"/>
            <a:ext cx="21945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7543800" y="2743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Shoot events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543800" y="3474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earn/burn · dry-run first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0515600" y="1463040"/>
            <a:ext cx="640080" cy="640080"/>
          </a:xfrm>
          <a:prstGeom prst="ellipse">
            <a:avLst/>
          </a:prstGeom>
          <a:solidFill>
            <a:srgbClr val="0B1F2A"/>
          </a:solidFill>
          <a:ln/>
        </p:spPr>
      </p:sp>
      <p:sp>
        <p:nvSpPr>
          <p:cNvPr id="29" name="Text 27"/>
          <p:cNvSpPr/>
          <p:nvPr/>
        </p:nvSpPr>
        <p:spPr>
          <a:xfrm>
            <a:off x="10515600" y="157276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 dirty="0"/>
          </a:p>
        </p:txBody>
      </p:sp>
      <p:sp>
        <p:nvSpPr>
          <p:cNvPr id="30" name="Shape 28"/>
          <p:cNvSpPr/>
          <p:nvPr/>
        </p:nvSpPr>
        <p:spPr>
          <a:xfrm>
            <a:off x="9738360" y="2468880"/>
            <a:ext cx="219456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0" y="27432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results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75520" y="347472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Balances · movements · DE legs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57200" y="502920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CCFBF1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525780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Boundary: LedgeRX is in-cluster only. Callers = internal services / Admin. Public API key is planned tech debt (TD-SEC-001), not required for current phase.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Confidential  ·  In-cluster ledger engine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10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capabilities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18872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0B1F2A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2344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737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policy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85800" y="21488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webhooks? Auto-create wallet? Settlement / LP ccy? Optional default COA.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97680" y="96012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18872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0B1F2A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2344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26280" y="1737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Digestion rules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6280" y="21488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eventType · min · currency · MCC · age · priority · JSON formula (RATE/FIXED/…).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96012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18872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0B1F2A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12344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366760" y="17373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 books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66760" y="21488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ownerId → 1 wallet · multi-currency accounts · CRM or lazy onboard.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47472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85800" y="370332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0B1F2A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4251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Double-entry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46634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Earn/burn via PROGRAM pool · movements + legs · hold/release available.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297680" y="347472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26280" y="370332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0B1F2A"/>
          </a:solidFill>
          <a:ln/>
        </p:spPr>
      </p:sp>
      <p:sp>
        <p:nvSpPr>
          <p:cNvPr id="26" name="Text 24"/>
          <p:cNvSpPr/>
          <p:nvPr/>
        </p:nvSpPr>
        <p:spPr>
          <a:xfrm>
            <a:off x="452628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COA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26280" y="4251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 schemes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526280" y="46634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coa_profile · segments at account open · not used for points math.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138160" y="3474720"/>
            <a:ext cx="36576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F172A">
                <a:alpha val="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66760" y="3703320"/>
            <a:ext cx="1234440" cy="365760"/>
          </a:xfrm>
          <a:prstGeom prst="roundRect">
            <a:avLst>
              <a:gd name="adj" fmla="val 20000"/>
            </a:avLst>
          </a:prstGeom>
          <a:solidFill>
            <a:srgbClr val="0B1F2A"/>
          </a:solidFill>
          <a:ln/>
        </p:spPr>
      </p:sp>
      <p:sp>
        <p:nvSpPr>
          <p:cNvPr id="31" name="Text 29"/>
          <p:cNvSpPr/>
          <p:nvPr/>
        </p:nvSpPr>
        <p:spPr>
          <a:xfrm>
            <a:off x="8366760" y="3749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66760" y="4251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safety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8366760" y="46634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Dry-run · eligibilityTrace · fail queue · idempotent eventId.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457200" y="64922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Confidential  ·  In-cluster ledger engine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10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F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— runtime pipeline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22A38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JSON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057400" y="1645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2331720" y="118872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22A38"/>
          </a:solidFill>
          <a:ln/>
        </p:spPr>
      </p:sp>
      <p:sp>
        <p:nvSpPr>
          <p:cNvPr id="9" name="Text 7"/>
          <p:cNvSpPr/>
          <p:nvPr/>
        </p:nvSpPr>
        <p:spPr>
          <a:xfrm>
            <a:off x="233172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423160" y="1965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enabled?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23360" y="1645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297680" y="118872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22A38"/>
          </a:solidFill>
          <a:ln/>
        </p:spPr>
      </p:sp>
      <p:sp>
        <p:nvSpPr>
          <p:cNvPr id="13" name="Text 11"/>
          <p:cNvSpPr/>
          <p:nvPr/>
        </p:nvSpPr>
        <p:spPr>
          <a:xfrm>
            <a:off x="429768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Brain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389120" y="1965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+ pts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89320" y="1645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63640" y="118872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22A38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55080" y="1965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ensure books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1645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8229600" y="118872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22A3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Books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8321040" y="1965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settle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921240" y="16459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D9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10195560" y="1188720"/>
            <a:ext cx="1828800" cy="1463040"/>
          </a:xfrm>
          <a:prstGeom prst="roundRect">
            <a:avLst>
              <a:gd name="adj" fmla="val 6250"/>
            </a:avLst>
          </a:prstGeom>
          <a:solidFill>
            <a:srgbClr val="122A38"/>
          </a:solidFill>
          <a:ln/>
        </p:spPr>
      </p:sp>
      <p:sp>
        <p:nvSpPr>
          <p:cNvPr id="25" name="Text 23"/>
          <p:cNvSpPr/>
          <p:nvPr/>
        </p:nvSpPr>
        <p:spPr>
          <a:xfrm>
            <a:off x="10195560" y="14173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10287000" y="196596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 + audit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57200" y="30175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2377440" y="301752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 ·  /wallets  ·  /integrations/*  ·  /digestion-rules  ·  /coa-profiles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3749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377440" y="374904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IngestTransaction  ·  TransactionRuleEngine  ·  Onboard  ·  Movement shooter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57200" y="44805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2377440" y="448056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  ·  wallet / account / movement / legs  ·  ingest_policy  ·  digestion_rule  ·  coa_profile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5212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 UI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377440" y="5212080"/>
            <a:ext cx="9326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Admin  ·  Simulator  ·  Review  ·  Records  (BFF → engine URL)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Confidential  ·  In-cluster ledger engine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10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F7FAF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— system context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3291840" cy="4937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188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/ edge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745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7889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 / OMS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356616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37033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Issuer systems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480560"/>
            <a:ext cx="2743200" cy="685800"/>
          </a:xfrm>
          <a:prstGeom prst="roundRect">
            <a:avLst>
              <a:gd name="adj" fmla="val 10667"/>
            </a:avLst>
          </a:prstGeom>
          <a:solidFill>
            <a:srgbClr val="CCFB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617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app BFF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023360" y="1005840"/>
            <a:ext cx="4114800" cy="4937760"/>
          </a:xfrm>
          <a:prstGeom prst="roundRect">
            <a:avLst>
              <a:gd name="adj" fmla="val 2667"/>
            </a:avLst>
          </a:prstGeom>
          <a:solidFill>
            <a:srgbClr val="0B1F2A"/>
          </a:solidFill>
          <a:ln/>
        </p:spPr>
      </p:sp>
      <p:sp>
        <p:nvSpPr>
          <p:cNvPr id="15" name="Text 13"/>
          <p:cNvSpPr/>
          <p:nvPr/>
        </p:nvSpPr>
        <p:spPr>
          <a:xfrm>
            <a:off x="4206240" y="1188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297680" y="1737360"/>
            <a:ext cx="3566160" cy="1371600"/>
          </a:xfrm>
          <a:prstGeom prst="roundRect">
            <a:avLst>
              <a:gd name="adj" fmla="val 6667"/>
            </a:avLst>
          </a:prstGeom>
          <a:solidFill>
            <a:srgbClr val="122A38"/>
          </a:solidFill>
          <a:ln/>
        </p:spPr>
      </p:sp>
      <p:sp>
        <p:nvSpPr>
          <p:cNvPr id="17" name="Text 15"/>
          <p:cNvSpPr/>
          <p:nvPr/>
        </p:nvSpPr>
        <p:spPr>
          <a:xfrm>
            <a:off x="4297680" y="1965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ledger-engine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37744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 17 · Spring Boot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product APIs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97680" y="3337560"/>
            <a:ext cx="3566160" cy="1097280"/>
          </a:xfrm>
          <a:prstGeom prst="roundRect">
            <a:avLst>
              <a:gd name="adj" fmla="val 8333"/>
            </a:avLst>
          </a:prstGeom>
          <a:solidFill>
            <a:srgbClr val="122A38"/>
          </a:solidFill>
          <a:ln/>
        </p:spPr>
      </p:sp>
      <p:sp>
        <p:nvSpPr>
          <p:cNvPr id="20" name="Text 18"/>
          <p:cNvSpPr/>
          <p:nvPr/>
        </p:nvSpPr>
        <p:spPr>
          <a:xfrm>
            <a:off x="4297680" y="35204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Admin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297680" y="3931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BFF → engine URL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297680" y="4663440"/>
            <a:ext cx="3566160" cy="914400"/>
          </a:xfrm>
          <a:prstGeom prst="roundRect">
            <a:avLst>
              <a:gd name="adj" fmla="val 10000"/>
            </a:avLst>
          </a:prstGeom>
          <a:solidFill>
            <a:srgbClr val="122A38"/>
          </a:solidFill>
          <a:ln/>
        </p:spPr>
      </p:sp>
      <p:sp>
        <p:nvSpPr>
          <p:cNvPr id="23" name="Text 21"/>
          <p:cNvSpPr/>
          <p:nvPr/>
        </p:nvSpPr>
        <p:spPr>
          <a:xfrm>
            <a:off x="4297680" y="4892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PostgreSQL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503920" y="1005840"/>
            <a:ext cx="3291840" cy="49377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8686800" y="11887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Guarantees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778240" y="1737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Double-entry balanced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778240" y="22860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Idempotent eventId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778240" y="28346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history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778240" y="338328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 rule config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778240" y="39319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public Ingress*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778240" y="44805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APIs only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57200" y="6492240"/>
            <a:ext cx="914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 ·  Confidential  ·  In-cluster ledger engine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0789920" y="6492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10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B1F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10972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LedgeRX turns programme events into audit-grade loyalty balances — Door decides entry, Brain decides points, Books settle double-entry, COA opens the books.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657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Docs: docs/START_HERE.md   ·   Module: ledger-engine   ·   Deploy: in-cluster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LedgeRX Product Overview</dc:title>
  <dc:subject>Mission · Integration · Capabilities · Architecture</dc:subject>
  <dc:creator>LedgeRX</dc:creator>
  <cp:lastModifiedBy>LedgeRX</cp:lastModifiedBy>
  <cp:revision>1</cp:revision>
  <dcterms:created xsi:type="dcterms:W3CDTF">2026-08-18T16:19:42Z</dcterms:created>
  <dcterms:modified xsi:type="dcterms:W3CDTF">2026-08-18T16:19:42Z</dcterms:modified>
</cp:coreProperties>
</file>