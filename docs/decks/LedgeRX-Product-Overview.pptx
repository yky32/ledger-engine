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A1C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UA FINANCE  ·  CTO &amp; INTERNAL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loyalty ledger domain service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integration for your engineering teams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briefing  ·  Confidential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&amp; points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2761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cluster / VPC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+ HTTP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956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rules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UA Finance leadership &amp; Internal IT will walk 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mission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1947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dedicated loyalty ledger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98080" y="1947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· multi-line books · holds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063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integration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3456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for Internal 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063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9808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capabilities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0" y="3456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Books · Trust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4965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landscape (CTO view)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98080" y="4965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 · what you own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are financial liabilities — not a side 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 of record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scatter across CRM, campaign tools, and batch files. Finance reconciliation is slow and opaque.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velocity blocked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1945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rates and eligibility wait on full release trains. Business cannot experiment safely.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94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auditability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Single-sided updates. Hard to prove why points were earned — or correctly skipped.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47472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794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6092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44348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channel re-implements wallet logic. No single event contract or SDK surface.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LedgeRX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domain microservice for programme balances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is the system of record for member wallets and loyalty points — cloud-native, double-entry, runtime-configurable, and integrated by your Internal IT via a supported SDK + stable HTTP APIs.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(product)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multi-currency books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13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earn / burn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970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double-entry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Door + Brain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651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+ integration playbooks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7889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(UA Finance)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4290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membership identity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813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payment rails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1970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customer UX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5811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Cluster, network, observability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9651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policy decisions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patterns LedgeRX is built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55448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737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card spend earn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events →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160520"/>
            <a:ext cx="2697480" cy="182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4348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rule change; full earn proof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55448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737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Multi-product-line books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COA schemes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4160520"/>
            <a:ext cx="2697480" cy="182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4348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Finance-separable ledgers, one CRM id strategy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388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9760" y="155448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7373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1248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hold → settle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available LP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41080" y="4160520"/>
            <a:ext cx="2697480" cy="182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4348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Issuer-style control without a side system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UA Finance Internal IT can integrate with low friction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a versioned Java SDK (ledger-engine-sdk) for your internal engineering teams — typed clients, opinionated defaults, and playbooks — so integration is a sprint, not a research project.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97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package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JAR under contract — not a “figure out our REST from scratch” exercise. Manual delivery path supported for enterprise.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697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APIs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wallet · shoot transactional events · dry-run · query balances &amp; history — one contract surface.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4688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playbook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· env wiring · sample flows · error codes · idempotency (eventId) — docs aligned to production paths.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526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 plane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/ Brain / COA configured via API or Admin — business changes without waiting on a full platform release.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42976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4526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937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+ eligibility traces before cut-over. Fail queue for ops recovery. Double-entry always.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42976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4526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native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937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Cluster-internal service. Fits API Gateway / mesh / observability you already run.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— integration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package drop to production events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325880"/>
            <a:ext cx="594360" cy="5943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572768"/>
            <a:ext cx="11430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194560"/>
            <a:ext cx="18288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423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SDK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2004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1325880"/>
            <a:ext cx="594360" cy="5943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11880" y="1572768"/>
            <a:ext cx="11430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2194560"/>
            <a:ext cx="18288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41448" y="2423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41448" y="32004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K8s / VPC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325880"/>
            <a:ext cx="594360" cy="5943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1572768"/>
            <a:ext cx="11430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194560"/>
            <a:ext cx="18288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07408" y="2423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config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07408" y="32004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COA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policy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1325880"/>
            <a:ext cx="594360" cy="5943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43800" y="1572768"/>
            <a:ext cx="11430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2194560"/>
            <a:ext cx="18288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73368" y="2423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integrate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73368" y="32004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SDK: onboard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events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23960" y="1325880"/>
            <a:ext cx="594360" cy="5943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09760" y="1572768"/>
            <a:ext cx="11430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2194560"/>
            <a:ext cx="18288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2423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39328" y="32004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+ real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samples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789920" y="1325880"/>
            <a:ext cx="594360" cy="59436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195560" y="2194560"/>
            <a:ext cx="18288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305288" y="2423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305288" y="320040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webhooks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runbooks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480060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6F5F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Buzzword-accurate, engineering-honest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· SDK-assisted · cloud-native deploy · event-driven earn path · runtime policy engine · audit-grade double-entry · zero-trust friendly (in-cluster, API key roadmap).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language your teams will 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control plane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on/off · auto-wallet · default COA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508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+ formula JSON · priority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1887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508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ledger container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468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ownerId → 1 wallet · multi-ccy books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pool · movements · legs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56616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schemes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fullNumber profiles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83880" y="356616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5820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safety pack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· trace · fail queue · idempotency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UA FINANCE 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microservices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platform view  ·  LedgeRX = Loyalty / Ledger domain  ·  Internal IT integrates via SDK + Gateway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1521440" cy="868680"/>
          </a:xfrm>
          <a:prstGeom prst="roundRect">
            <a:avLst>
              <a:gd name="adj" fmla="val 8421"/>
            </a:avLst>
          </a:prstGeom>
          <a:solidFill>
            <a:srgbClr val="1218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655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web · POS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99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655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TLS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3258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655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retries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13258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AuthN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1655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555480" y="132588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399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only*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0" y="1655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path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194560"/>
            <a:ext cx="11521440" cy="2286000"/>
          </a:xfrm>
          <a:prstGeom prst="roundRect">
            <a:avLst>
              <a:gd name="adj" fmla="val 3200"/>
            </a:avLst>
          </a:prstGeom>
          <a:solidFill>
            <a:srgbClr val="12182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880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23317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Profile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SoR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63240" y="23317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Issuer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clear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331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4048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OMS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660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events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2267712"/>
            <a:ext cx="2286000" cy="768096"/>
          </a:xfrm>
          <a:prstGeom prst="roundRect">
            <a:avLst>
              <a:gd name="adj" fmla="val 9524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LedgeRX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ledger-engine + SDK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32520" y="2331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0" y="24048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78240" y="2660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87000" y="23317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332720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332720" y="2660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push/SMS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44" name="Text 42"/>
          <p:cNvSpPr/>
          <p:nvPr/>
        </p:nvSpPr>
        <p:spPr>
          <a:xfrm>
            <a:off x="141732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1732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6324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47" name="Text 45"/>
          <p:cNvSpPr/>
          <p:nvPr/>
        </p:nvSpPr>
        <p:spPr>
          <a:xfrm>
            <a:off x="310896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10896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1546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50" name="Text 48"/>
          <p:cNvSpPr/>
          <p:nvPr/>
        </p:nvSpPr>
        <p:spPr>
          <a:xfrm>
            <a:off x="4800600" y="3227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BFF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3483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UI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adapters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5508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clients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0100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692640" y="31546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59" name="Text 57"/>
          <p:cNvSpPr/>
          <p:nvPr/>
        </p:nvSpPr>
        <p:spPr>
          <a:xfrm>
            <a:off x="973836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738360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7160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Books · COA · Trust   |   Internal IT calls via SDK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" y="4663440"/>
            <a:ext cx="11521440" cy="640080"/>
          </a:xfrm>
          <a:prstGeom prst="roundRect">
            <a:avLst>
              <a:gd name="adj" fmla="val 8571"/>
            </a:avLst>
          </a:prstGeom>
          <a:solidFill>
            <a:srgbClr val="1A1030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800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71600" y="4754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65" name="Text 63"/>
          <p:cNvSpPr/>
          <p:nvPr/>
        </p:nvSpPr>
        <p:spPr>
          <a:xfrm>
            <a:off x="1417320" y="4828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/ Kafka*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417320" y="50840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49040" y="47548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68" name="Text 66"/>
          <p:cNvSpPr/>
          <p:nvPr/>
        </p:nvSpPr>
        <p:spPr>
          <a:xfrm>
            <a:off x="3794760" y="4828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events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794760" y="5084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· redeem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47548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71" name="Text 69"/>
          <p:cNvSpPr/>
          <p:nvPr/>
        </p:nvSpPr>
        <p:spPr>
          <a:xfrm>
            <a:off x="6263640" y="4828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outcomes*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263640" y="5084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· skipped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778240" y="475488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</p:spPr>
      </p:sp>
      <p:sp>
        <p:nvSpPr>
          <p:cNvPr id="74" name="Text 72"/>
          <p:cNvSpPr/>
          <p:nvPr/>
        </p:nvSpPr>
        <p:spPr>
          <a:xfrm>
            <a:off x="882396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sync webhook → async-ready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823960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5440680"/>
            <a:ext cx="11521440" cy="685800"/>
          </a:xfrm>
          <a:prstGeom prst="roundRect">
            <a:avLst>
              <a:gd name="adj" fmla="val 8000"/>
            </a:avLst>
          </a:prstGeom>
          <a:solidFill>
            <a:srgbClr val="0F1F17"/>
          </a:solidFill>
          <a:ln/>
        </p:spPr>
      </p:sp>
      <p:sp>
        <p:nvSpPr>
          <p:cNvPr id="77" name="Text 75"/>
          <p:cNvSpPr/>
          <p:nvPr/>
        </p:nvSpPr>
        <p:spPr>
          <a:xfrm>
            <a:off x="457200" y="5596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371600" y="555955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4532D"/>
          </a:solidFill>
          <a:ln/>
        </p:spPr>
      </p:sp>
      <p:sp>
        <p:nvSpPr>
          <p:cNvPr id="79" name="Text 77"/>
          <p:cNvSpPr/>
          <p:nvPr/>
        </p:nvSpPr>
        <p:spPr>
          <a:xfrm>
            <a:off x="1417320" y="5632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DB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417320" y="5888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383280" y="555955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115E59"/>
          </a:solidFill>
          <a:ln/>
        </p:spPr>
      </p:sp>
      <p:sp>
        <p:nvSpPr>
          <p:cNvPr id="82" name="Text 80"/>
          <p:cNvSpPr/>
          <p:nvPr/>
        </p:nvSpPr>
        <p:spPr>
          <a:xfrm>
            <a:off x="3429000" y="5632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PG 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3429000" y="5888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· rules · legs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943600" y="555955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4532D"/>
          </a:solidFill>
          <a:ln/>
        </p:spPr>
      </p:sp>
      <p:sp>
        <p:nvSpPr>
          <p:cNvPr id="85" name="Text 83"/>
          <p:cNvSpPr/>
          <p:nvPr/>
        </p:nvSpPr>
        <p:spPr>
          <a:xfrm>
            <a:off x="5989320" y="5632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DB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989320" y="5888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955280" y="555955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4532D"/>
          </a:solidFill>
          <a:ln/>
        </p:spPr>
      </p:sp>
      <p:sp>
        <p:nvSpPr>
          <p:cNvPr id="88" name="Text 86"/>
          <p:cNvSpPr/>
          <p:nvPr/>
        </p:nvSpPr>
        <p:spPr>
          <a:xfrm>
            <a:off x="8001000" y="5632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001000" y="5888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966960" y="5559552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4532D"/>
          </a:solidFill>
          <a:ln/>
        </p:spPr>
      </p:sp>
      <p:sp>
        <p:nvSpPr>
          <p:cNvPr id="91" name="Text 89"/>
          <p:cNvSpPr/>
          <p:nvPr/>
        </p:nvSpPr>
        <p:spPr>
          <a:xfrm>
            <a:off x="10012680" y="5632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012680" y="5888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11480" y="626364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Illustrative UA Finance platform components. ★ LedgeRX-owned. SDK lives with Internal IT adapters.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Internal IT plugs 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paths with SDK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109728" cy="7315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IT job  →  SDK.createWallet()  →  LedgeRX  →  PG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books 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965960"/>
            <a:ext cx="109728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(sync)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103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POS/Issuer adapter  →  SDK.ingestEvent()  →  Door→Brain→Books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production path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88920"/>
            <a:ext cx="109728" cy="731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926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Ops  →  SDK.dryRun()  →  trace only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Cut-over safety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611880"/>
            <a:ext cx="109728" cy="7315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749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 →  Admin / APIs  →  Door·Brain·COA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968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redeploy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434840"/>
            <a:ext cx="109728" cy="7315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BFF  →  SDK.getWallet()  →  balances/history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DB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525780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5257800"/>
            <a:ext cx="109728" cy="7315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async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17520" y="5394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consumer  →  same SDK event contract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6968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rewrite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UA Finance receives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engine (ledger-engine) — deployable domain 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client library for Internal IT — onboard, ingest, query, dry-run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926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 — Door, Brain, COA, simulator, review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3703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START_HERE · business flows · API surface · runbooks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deliveries · integration guidance for IT sprints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notes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5257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In-cluster API key hardening (tech debt) · async consumers as needed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for UA 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+ technology leadership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change in hours, not a full release cycle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confidence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movement is double-entry + queryable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23444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velocity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58200" y="2240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playbooks — less custom plumbing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scale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contract for card, POS, digital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356616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4572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≠ payments ≠ ledger — bounded contexts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83880" y="356616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4572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your gateway / mesh / 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·  Prepared for UA Finance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 ·  NEXT CONVERSATION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gives UA Finance a dedicated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loyalty-ledger domain service —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for Internal IT, runtime rules for the business,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books for finance.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for: SDK package  ·  sandbox deploy guide  ·  joint integration workshop with Internal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Questions  ·  Pilot scope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— Product Briefing for UA Finance</dc:title>
  <dc:subject>CTO &amp; Internal IT — SDK-first integration</dc:subject>
  <dc:creator>LedgeRX</dc:creator>
  <cp:lastModifiedBy>LedgeRX</cp:lastModifiedBy>
  <cp:revision>1</cp:revision>
  <dcterms:created xsi:type="dcterms:W3CDTF">2026-08-19T00:44:31Z</dcterms:created>
  <dcterms:modified xsi:type="dcterms:W3CDTF">2026-08-19T00:44:31Z</dcterms:modified>
</cp:coreProperties>
</file>