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DEMO CASE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Process · Burn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CC customer story — one idea per slide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HKD 500  at grocery (MCC 5411)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Brain: 1%  →  earns 5 LP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redeems 5 LP for e-coupon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walk the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beats — each beat has its own slides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19456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Channel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19456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718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71800" y="4114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SDK → Door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18288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194560"/>
            <a:ext cx="914400" cy="9144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1%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2194560"/>
            <a:ext cx="914400" cy="9144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35240" y="4114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29800" y="1828800"/>
            <a:ext cx="21945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69880" y="2194560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9669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66960" y="4114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LP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PAY  —  transaction comes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→  Channel (e6 / POS)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merchant HKD 500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 (grocery)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= 01A…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43891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 (unique)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PAY  —  into existing edge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→  cc-xapi (existing)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CC event · normalize fields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972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cc-xapi does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Maps one of ~21 CC events into a clean payload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Fills amount, currency, MCC, customer 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Does NOT calculate loyalty points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Next hop: Internal IT calls LedgeRX Java SDK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INGEST  —  Internal IT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 →  Java SDK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SDK.ingestEvent( … 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TransactionalEvent sent into LedgeRX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434840" y="288036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29600" y="288036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metadata.mcc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434840" y="44348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coaProfile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229600" y="44348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0" y="5120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INGEST  —  Door only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 →  Door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traffic? Auto-create wallet?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Ingest enabled?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Auto-wallet if first visit?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 COA for open books?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does NOT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Calculate points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 MCC earn rules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double-entry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DB27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CALCULATE  —  Brain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 →  Brain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rule + calculate LP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checked in priority order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= PURCHASE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301752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63240" y="40233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= HKD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301752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40233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5411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0" y="301752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40233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≥ min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84080" y="301752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921240" y="40233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within max days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MATH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 ×  1%  =  5 LP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0.01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matched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+ HKD + MCC 5411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LP · processType = EARN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EARN  —  Books double-entry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914400" cy="9144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 →  Books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earn — balanced ledger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0972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for +5 LP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38328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LP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LP account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EARN  —  result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· what the member has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matchedRule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= txn-88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wallet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balance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/wallets/{ownerId}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+ DE legs stored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BURN  —  later redeem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spine · opposite money direction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wants coupon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worth 5 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app / adapter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→ Brain → Books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 = REDEEM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CC_BURN_REDEEM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 =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4964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out · coupon out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−5 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fulfils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posting + end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5 LP (DE)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member LP   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PROGRAM LP  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E-Coupon / Stock fulfil outside LedgeRX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500 → +5 LP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Redeemed → 0 net LP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on eventId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155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72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for UAF landscape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stays  ·  one LedgeRX (not 3 ledgers)  ·  SDK for IT  ·  Brain owns %  ·  Books owns DE  ·  Coupon owns fulfil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× UAF — Earn Process Burn (multi-slide)</dc:title>
  <dc:subject>Readable walkthrough — one idea per slide</dc:subject>
  <dc:creator>LedgeRX</dc:creator>
  <cp:lastModifiedBy>LedgeRX</cp:lastModifiedBy>
  <cp:revision>1</cp:revision>
  <dcterms:created xsi:type="dcterms:W3CDTF">2026-08-19T01:19:06Z</dcterms:created>
  <dcterms:modified xsi:type="dcterms:W3CDTF">2026-08-19T01:19:06Z</dcterms:modified>
</cp:coreProperties>
</file>