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59436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Calibri"/>
              </a:rPr>
              <a:t>LedgeRX  ·  System Architecture</a:t>
            </a:r>
          </a:p>
        </p:txBody>
      </p:sp>
      <p:pic>
        <p:nvPicPr>
          <p:cNvPr id="5" name="Picture 4" descr="uaf_badge_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"/>
            <a:ext cx="1234440" cy="384048"/>
          </a:xfrm>
          <a:prstGeom prst="rect">
            <a:avLst/>
          </a:prstGeom>
        </p:spPr>
      </p:pic>
      <p:pic>
        <p:nvPicPr>
          <p:cNvPr id="6" name="Picture 5" descr="sim_mark_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28016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79408" y="182880"/>
            <a:ext cx="41148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284C7"/>
                </a:solidFill>
                <a:latin typeface="Calibri"/>
              </a:rPr>
              <a:t>sim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95560" y="128016"/>
            <a:ext cx="1600200" cy="3840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95560" y="182880"/>
            <a:ext cx="160020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0F766E"/>
                </a:solidFill>
                <a:latin typeface="Calibri"/>
              </a:rPr>
              <a:t>CTO  ·  1 /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12064"/>
            <a:ext cx="9144000" cy="21945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Upstream  →  SDK  →  Product engine  →  Landing    ·    Add-ons extend the 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841248"/>
            <a:ext cx="1761082" cy="5029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5488" y="950976"/>
            <a:ext cx="237744" cy="237744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969264"/>
            <a:ext cx="237744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969264"/>
            <a:ext cx="1249018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284C7"/>
                </a:solidFill>
                <a:latin typeface="Calibri"/>
              </a:rPr>
              <a:t>Upstream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1261872"/>
            <a:ext cx="1541626" cy="21945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Client systems of record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517904"/>
            <a:ext cx="1541626" cy="43891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uaf_badge_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572768"/>
            <a:ext cx="1051560" cy="3291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45920" y="1627632"/>
            <a:ext cx="45720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UAF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2103120"/>
            <a:ext cx="1541626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" y="2194560"/>
            <a:ext cx="50292" cy="65836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194560"/>
            <a:ext cx="1340458" cy="69494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Credit Card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Spend · auth · MCC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035808"/>
            <a:ext cx="1541626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127248"/>
            <a:ext cx="50292" cy="65836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3127248"/>
            <a:ext cx="1340458" cy="69494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Loan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Drawdown · DD · load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3968496"/>
            <a:ext cx="1541626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5488" y="4059936"/>
            <a:ext cx="50292" cy="65836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im_mark_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224528"/>
            <a:ext cx="329184" cy="32918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87552" y="4059936"/>
            <a:ext cx="956410" cy="69494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App / CRM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Yes UA · sim apps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5093208"/>
            <a:ext cx="1541626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No ledger logic here.
Business events only.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82874" y="841248"/>
            <a:ext cx="1761082" cy="5029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492602" y="950976"/>
            <a:ext cx="237744" cy="23774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92602" y="969264"/>
            <a:ext cx="237744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5210" y="969264"/>
            <a:ext cx="1249018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Calibri"/>
              </a:rPr>
              <a:t>Integration</a:t>
            </a:r>
          </a:p>
        </p:txBody>
      </p:sp>
      <p:pic>
        <p:nvPicPr>
          <p:cNvPr id="34" name="Picture 33" descr="sd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0890" y="1280160"/>
            <a:ext cx="292608" cy="29260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858362" y="1298448"/>
            <a:ext cx="1121002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LedgeRX SDK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10890" y="1627632"/>
            <a:ext cx="1505050" cy="23774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One client for every upstream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92602" y="1984248"/>
            <a:ext cx="1541626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92602" y="2075688"/>
            <a:ext cx="50292" cy="6583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r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2330" y="2240280"/>
            <a:ext cx="329184" cy="32918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004666" y="2075688"/>
            <a:ext cx="956410" cy="69494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REST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useCases · catalog · dry-run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492602" y="2916936"/>
            <a:ext cx="1541626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92602" y="3008376"/>
            <a:ext cx="50292" cy="6583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kafk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2330" y="3172968"/>
            <a:ext cx="329184" cy="32918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3004666" y="3008376"/>
            <a:ext cx="956410" cy="69494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Kafka / MQ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Async event stream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492602" y="3849624"/>
            <a:ext cx="1541626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492602" y="3941064"/>
            <a:ext cx="50292" cy="6583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fi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2330" y="4105656"/>
            <a:ext cx="329184" cy="32918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3004666" y="3941064"/>
            <a:ext cx="956410" cy="69494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File / batch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Bulk ingest jobs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92602" y="5001768"/>
            <a:ext cx="1541626" cy="6400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Idempotent · ownerId + code
No hand-built JSON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2163418" y="2670048"/>
            <a:ext cx="182880" cy="13716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ight Arrow 50"/>
          <p:cNvSpPr/>
          <p:nvPr/>
        </p:nvSpPr>
        <p:spPr>
          <a:xfrm>
            <a:off x="4180532" y="2670048"/>
            <a:ext cx="182880" cy="137160"/>
          </a:xfrm>
          <a:prstGeom prst="rightArrow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ight Arrow 51"/>
          <p:cNvSpPr/>
          <p:nvPr/>
        </p:nvSpPr>
        <p:spPr>
          <a:xfrm>
            <a:off x="2163418" y="3950208"/>
            <a:ext cx="182880" cy="13716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ight Arrow 52"/>
          <p:cNvSpPr/>
          <p:nvPr/>
        </p:nvSpPr>
        <p:spPr>
          <a:xfrm>
            <a:off x="4180532" y="3950208"/>
            <a:ext cx="182880" cy="137160"/>
          </a:xfrm>
          <a:prstGeom prst="rightArrow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399988" y="841248"/>
            <a:ext cx="3913517" cy="502920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285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528004" y="932688"/>
            <a:ext cx="3657485" cy="365760"/>
          </a:xfrm>
          <a:prstGeom prst="roundRect">
            <a:avLst>
              <a:gd name="adj" fmla="val 14000"/>
            </a:avLst>
          </a:prstGeom>
          <a:solidFill>
            <a:srgbClr val="D1FAE5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01156" y="987552"/>
            <a:ext cx="3511181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Calibri"/>
              </a:rPr>
              <a:t>3   LedgeRX Product Engine   =   Reward System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64580" y="1353312"/>
            <a:ext cx="3584333" cy="23774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Purchasable loyalty + multi-currency ledger  ·  modular services  ·  in-cluster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46292" y="1709928"/>
            <a:ext cx="175559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46292" y="1801368"/>
            <a:ext cx="50292" cy="6217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74308" y="1801368"/>
            <a:ext cx="1554422" cy="6583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Customer Onboarding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Wallet · owner · currencies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11610" y="1709928"/>
            <a:ext cx="175559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411610" y="1801368"/>
            <a:ext cx="50292" cy="6217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39626" y="1801368"/>
            <a:ext cx="1554422" cy="6583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Referrer Management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Referral / affiliate rules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46292" y="2606040"/>
            <a:ext cx="175559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546292" y="2697480"/>
            <a:ext cx="50292" cy="6217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74308" y="2697480"/>
            <a:ext cx="1554422" cy="6583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Posting Engine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Double-entry · settle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11610" y="2606040"/>
            <a:ext cx="175559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11610" y="2697480"/>
            <a:ext cx="50292" cy="6217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39626" y="2697480"/>
            <a:ext cx="1554422" cy="6583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Ledger Books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Balances · multi-currency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546292" y="3502152"/>
            <a:ext cx="175559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546292" y="3593592"/>
            <a:ext cx="50292" cy="6217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674308" y="3593592"/>
            <a:ext cx="1554422" cy="6583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Account Rules (COA)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Chart of accounts · profiles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411610" y="3502152"/>
            <a:ext cx="1755590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411610" y="3593592"/>
            <a:ext cx="50292" cy="6217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39626" y="3593592"/>
            <a:ext cx="1554422" cy="6583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Points Calculation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Rates · fixed rewards · tiers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546292" y="4498848"/>
            <a:ext cx="3620909" cy="438912"/>
          </a:xfrm>
          <a:prstGeom prst="roundRect">
            <a:avLst>
              <a:gd name="adj" fmla="val 12000"/>
            </a:avLst>
          </a:prstGeom>
          <a:solidFill>
            <a:srgbClr val="CCF9F1"/>
          </a:solidFill>
          <a:ln w="14604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619444" y="4590287"/>
            <a:ext cx="3511181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Runtime:  Event → Rules &amp; calculation → Posting → Ledger books → Outbound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46292" y="5047488"/>
            <a:ext cx="3620909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UA “Reward System”: points ledger · redemption rules · reward outcomes
Ops configures once  ·  Upstream calls use-case codes via SDK only</a:t>
            </a:r>
          </a:p>
        </p:txBody>
      </p:sp>
      <p:sp>
        <p:nvSpPr>
          <p:cNvPr id="79" name="Right Arrow 78"/>
          <p:cNvSpPr/>
          <p:nvPr/>
        </p:nvSpPr>
        <p:spPr>
          <a:xfrm>
            <a:off x="8350081" y="2670048"/>
            <a:ext cx="182880" cy="13716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ight Arrow 79"/>
          <p:cNvSpPr/>
          <p:nvPr/>
        </p:nvSpPr>
        <p:spPr>
          <a:xfrm>
            <a:off x="8350081" y="3950208"/>
            <a:ext cx="182880" cy="13716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569537" y="841248"/>
            <a:ext cx="1434956" cy="5029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642689" y="950976"/>
            <a:ext cx="237744" cy="23774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642689" y="969264"/>
            <a:ext cx="237744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35297" y="969264"/>
            <a:ext cx="1014332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Calibri"/>
              </a:rPr>
              <a:t>Add-ons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660977" y="1280160"/>
            <a:ext cx="1270364" cy="43891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Extend core
without forking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660977" y="1892808"/>
            <a:ext cx="125207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660977" y="1984248"/>
            <a:ext cx="50292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788993" y="1984248"/>
            <a:ext cx="1050908" cy="76809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Wallet Tiering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Segments · benefits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660977" y="2944368"/>
            <a:ext cx="125207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660977" y="3035808"/>
            <a:ext cx="50292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788993" y="3035808"/>
            <a:ext cx="1050908" cy="76809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Campaign packs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TBC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660977" y="3995928"/>
            <a:ext cx="125207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660977" y="4087368"/>
            <a:ext cx="50292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788993" y="4087368"/>
            <a:ext cx="1050908" cy="76809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Future modules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TBC …</a:t>
            </a:r>
          </a:p>
        </p:txBody>
      </p:sp>
      <p:sp>
        <p:nvSpPr>
          <p:cNvPr id="95" name="Right Arrow 94"/>
          <p:cNvSpPr/>
          <p:nvPr/>
        </p:nvSpPr>
        <p:spPr>
          <a:xfrm>
            <a:off x="10041069" y="2670048"/>
            <a:ext cx="182880" cy="137160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ight Arrow 95"/>
          <p:cNvSpPr/>
          <p:nvPr/>
        </p:nvSpPr>
        <p:spPr>
          <a:xfrm>
            <a:off x="10041069" y="3950208"/>
            <a:ext cx="182880" cy="137160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10260525" y="841248"/>
            <a:ext cx="1565407" cy="5029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333677" y="95097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333677" y="969264"/>
            <a:ext cx="237744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626285" y="969264"/>
            <a:ext cx="1144783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Landing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351965" y="1261872"/>
            <a:ext cx="1400815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Calibri"/>
              </a:rPr>
              <a:t>One UAF layer
(see slide 2)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0351965" y="1892808"/>
            <a:ext cx="1382527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351965" y="1984248"/>
            <a:ext cx="50292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479981" y="1984248"/>
            <a:ext cx="1181359" cy="63093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Unified hub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Only interface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0351965" y="2761488"/>
            <a:ext cx="1382527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351965" y="2852928"/>
            <a:ext cx="50292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479981" y="2852928"/>
            <a:ext cx="1181359" cy="63093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→ CBP / Gift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…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0351965" y="3630168"/>
            <a:ext cx="1382527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351965" y="3721608"/>
            <a:ext cx="50292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479981" y="3721608"/>
            <a:ext cx="1181359" cy="63093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→ Notify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…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10351965" y="4498847"/>
            <a:ext cx="1382527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351965" y="4590287"/>
            <a:ext cx="50292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479981" y="4590287"/>
            <a:ext cx="1181359" cy="63093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→ XAPI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…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365760" y="6080760"/>
            <a:ext cx="11460175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5" name="Picture 114" descr="uaf_mark_4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6181344"/>
            <a:ext cx="292608" cy="292608"/>
          </a:xfrm>
          <a:prstGeom prst="rect">
            <a:avLst/>
          </a:prstGeom>
        </p:spPr>
      </p:pic>
      <p:pic>
        <p:nvPicPr>
          <p:cNvPr id="116" name="Picture 115" descr="sim_mark_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6181344"/>
            <a:ext cx="292608" cy="292608"/>
          </a:xfrm>
          <a:prstGeom prst="rect">
            <a:avLst/>
          </a:prstGeom>
        </p:spPr>
      </p:pic>
      <p:pic>
        <p:nvPicPr>
          <p:cNvPr id="117" name="Picture 116" descr="sd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6181344"/>
            <a:ext cx="256032" cy="256032"/>
          </a:xfrm>
          <a:prstGeom prst="rect">
            <a:avLst/>
          </a:prstGeom>
        </p:spPr>
      </p:pic>
      <p:pic>
        <p:nvPicPr>
          <p:cNvPr id="118" name="Picture 117" descr="r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6181344"/>
            <a:ext cx="256032" cy="256032"/>
          </a:xfrm>
          <a:prstGeom prst="rect">
            <a:avLst/>
          </a:prstGeom>
        </p:spPr>
      </p:pic>
      <p:pic>
        <p:nvPicPr>
          <p:cNvPr id="119" name="Picture 118" descr="kafk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0240" y="6181344"/>
            <a:ext cx="256032" cy="256032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2331720" y="6199632"/>
            <a:ext cx="777240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UAF · sim  ·  SDK · REST · Kafka     ·     one Landing interface     ·     UAF fan-out behind hub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332720" y="6199632"/>
            <a:ext cx="137160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658368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Landing  ·  One unified interface to LedgeRX</a:t>
            </a:r>
          </a:p>
        </p:txBody>
      </p:sp>
      <p:pic>
        <p:nvPicPr>
          <p:cNvPr id="5" name="Picture 4" descr="uaf_badge_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09728"/>
            <a:ext cx="1143000" cy="365760"/>
          </a:xfrm>
          <a:prstGeom prst="rect">
            <a:avLst/>
          </a:prstGeom>
        </p:spPr>
      </p:pic>
      <p:pic>
        <p:nvPicPr>
          <p:cNvPr id="6" name="Picture 5" descr="sim_mark_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109728"/>
            <a:ext cx="365760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45168" y="164592"/>
            <a:ext cx="41148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284C7"/>
                </a:solidFill>
                <a:latin typeface="Calibri"/>
              </a:rPr>
              <a:t>sim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109728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146304"/>
            <a:ext cx="173736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0F766E"/>
                </a:solidFill>
                <a:latin typeface="Calibri"/>
              </a:rPr>
              <a:t>CTO  ·  2 /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30352"/>
            <a:ext cx="11430000" cy="21945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LedgeRX talks to a single UAF layer only  ·  that layer applies UAF logic  ·  then fans out internally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841248"/>
            <a:ext cx="11457432" cy="841248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950976"/>
            <a:ext cx="1691640" cy="256032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960120"/>
            <a:ext cx="1691640" cy="23774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OUR 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932688"/>
            <a:ext cx="896112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Calibri"/>
              </a:rPr>
              <a:t>LedgeRX   =   UA “Reward System”</a:t>
            </a:r>
          </a:p>
        </p:txBody>
      </p:sp>
      <p:pic>
        <p:nvPicPr>
          <p:cNvPr id="15" name="Picture 14" descr="kafk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1280160"/>
            <a:ext cx="237744" cy="2377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1280160"/>
            <a:ext cx="868680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Emits:  balance.updated  ·  reward redemption request  ·  ledger outcomes   (Kafka / HTTP callbacks)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897880" y="1783080"/>
            <a:ext cx="164592" cy="164592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783080"/>
            <a:ext cx="164592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sole interface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029968"/>
            <a:ext cx="11457432" cy="1353312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2857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121408"/>
            <a:ext cx="2286000" cy="256032"/>
          </a:xfrm>
          <a:prstGeom prst="roundRect">
            <a:avLst>
              <a:gd name="adj" fmla="val 8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130552"/>
            <a:ext cx="2286000" cy="23774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ONLY INTERFACE  ·  UAF-owned</a:t>
            </a:r>
          </a:p>
        </p:txBody>
      </p:sp>
      <p:pic>
        <p:nvPicPr>
          <p:cNvPr id="22" name="Picture 21" descr="uaf_badge_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2103120"/>
            <a:ext cx="1097280" cy="3291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160520" y="2121408"/>
            <a:ext cx="713232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Unified Landing Layer  ·  collect results + UAF business logic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532888"/>
            <a:ext cx="361188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kafk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2697480"/>
            <a:ext cx="347472" cy="34747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33272" y="2642616"/>
            <a:ext cx="292608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Calibri"/>
              </a:rPr>
              <a:t>1  ·  Collect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" y="2916936"/>
            <a:ext cx="292608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Subscribe LedgeRX events / APIs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79392" y="2532888"/>
            <a:ext cx="361188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sd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2697480"/>
            <a:ext cx="347472" cy="34747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809744" y="2642616"/>
            <a:ext cx="292608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Calibri"/>
              </a:rPr>
              <a:t>2  ·  Decide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9744" y="2916936"/>
            <a:ext cx="292608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UAF policies · eligibility · routing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55864" y="2532888"/>
            <a:ext cx="361188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r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592" y="2697480"/>
            <a:ext cx="347472" cy="34747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586216" y="2642616"/>
            <a:ext cx="292608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Calibri"/>
              </a:rPr>
              <a:t>3  ·  Dispatch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86216" y="2916936"/>
            <a:ext cx="292608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Call CBP · Gift · Notify · CRM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1645920" y="3493008"/>
            <a:ext cx="137160" cy="137160"/>
          </a:xfrm>
          <a:prstGeom prst="down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own Arrow 36"/>
          <p:cNvSpPr/>
          <p:nvPr/>
        </p:nvSpPr>
        <p:spPr>
          <a:xfrm>
            <a:off x="4297680" y="3493008"/>
            <a:ext cx="137160" cy="137160"/>
          </a:xfrm>
          <a:prstGeom prst="down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own Arrow 37"/>
          <p:cNvSpPr/>
          <p:nvPr/>
        </p:nvSpPr>
        <p:spPr>
          <a:xfrm>
            <a:off x="6949440" y="3493008"/>
            <a:ext cx="137160" cy="137160"/>
          </a:xfrm>
          <a:prstGeom prst="down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own Arrow 38"/>
          <p:cNvSpPr/>
          <p:nvPr/>
        </p:nvSpPr>
        <p:spPr>
          <a:xfrm>
            <a:off x="9601200" y="3493008"/>
            <a:ext cx="137160" cy="137160"/>
          </a:xfrm>
          <a:prstGeom prst="down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75887"/>
            <a:ext cx="1143000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Internal UAF systems  —  LedgeRX never integrates to these directly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" y="3950208"/>
            <a:ext cx="2740914" cy="123444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75488" y="4041648"/>
            <a:ext cx="1325880" cy="219456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4050792"/>
            <a:ext cx="1325880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ONE DOWNSTREAM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6" y="4334256"/>
            <a:ext cx="2484882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E-coupon / CBP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776" y="4626864"/>
            <a:ext cx="2484882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Central coupon platform
inventory · issue / redeem · track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" y="4892040"/>
            <a:ext cx="2484882" cy="21945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059669"/>
                </a:solidFill>
                <a:latin typeface="Calibri"/>
              </a:rPr>
              <a:t>UAF-owned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71266" y="3950208"/>
            <a:ext cx="2740914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14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99282" y="4078224"/>
            <a:ext cx="2484882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Gift system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99282" y="4370832"/>
            <a:ext cx="2484882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Fulfillment
triggered after routing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99282" y="4892040"/>
            <a:ext cx="2484882" cy="21945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7C3AED"/>
                </a:solidFill>
                <a:latin typeface="Calibri"/>
              </a:rPr>
              <a:t>UAF-owned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76772" y="3950208"/>
            <a:ext cx="2740914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14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04788" y="4078224"/>
            <a:ext cx="2484882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Notification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4788" y="4370832"/>
            <a:ext cx="2484882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Push · SMS · inbox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4788" y="4892040"/>
            <a:ext cx="2484882" cy="21945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0284C7"/>
                </a:solidFill>
                <a:latin typeface="Calibri"/>
              </a:rPr>
              <a:t>UAF-owned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082278" y="3950208"/>
            <a:ext cx="2740914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14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uaf_mark_4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0294" y="4078224"/>
            <a:ext cx="256032" cy="256032"/>
          </a:xfrm>
          <a:prstGeom prst="rect">
            <a:avLst/>
          </a:prstGeom>
        </p:spPr>
      </p:pic>
      <p:pic>
        <p:nvPicPr>
          <p:cNvPr id="57" name="Picture 56" descr="sim_mark_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1190" y="4078224"/>
            <a:ext cx="256032" cy="256032"/>
          </a:xfrm>
          <a:prstGeom prst="rect">
            <a:avLst/>
          </a:prstGeom>
        </p:spPr>
      </p:pic>
      <p:pic>
        <p:nvPicPr>
          <p:cNvPr id="58" name="Picture 57" descr="yesua_mark_4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32086" y="4078224"/>
            <a:ext cx="256032" cy="25603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0161270" y="4078224"/>
            <a:ext cx="1506474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XAPI / CRM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10294" y="4443984"/>
            <a:ext cx="2484882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Balances · apps
(Yes UA · sim)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10294" y="4892040"/>
            <a:ext cx="2484882" cy="21945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EA580C"/>
                </a:solidFill>
                <a:latin typeface="Calibri"/>
              </a:rPr>
              <a:t>UAF-owned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65760" y="5321808"/>
            <a:ext cx="2740914" cy="365760"/>
          </a:xfrm>
          <a:prstGeom prst="roundRect">
            <a:avLst>
              <a:gd name="adj" fmla="val 12000"/>
            </a:avLst>
          </a:prstGeom>
          <a:solidFill>
            <a:srgbClr val="FDF2F8"/>
          </a:solidFill>
          <a:ln w="14604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5488" y="5394960"/>
            <a:ext cx="2521458" cy="23774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DB2777"/>
                </a:solidFill>
                <a:latin typeface="Calibri"/>
              </a:rPr>
              <a:t>↓  COD · other partners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271266" y="5321808"/>
            <a:ext cx="8551926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08426" y="5394960"/>
            <a:ext cx="8412480" cy="23774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Pitch: Buy LedgeRX. Integrate once to the Landing hub. CBP / Gift / Notify stay behind your layer.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65760" y="5852160"/>
            <a:ext cx="1145743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uaf_badge_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961888"/>
            <a:ext cx="1051560" cy="329184"/>
          </a:xfrm>
          <a:prstGeom prst="rect">
            <a:avLst/>
          </a:prstGeom>
        </p:spPr>
      </p:pic>
      <p:pic>
        <p:nvPicPr>
          <p:cNvPr id="68" name="Picture 67" descr="sim_mark_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5961888"/>
            <a:ext cx="310896" cy="310896"/>
          </a:xfrm>
          <a:prstGeom prst="rect">
            <a:avLst/>
          </a:prstGeom>
        </p:spPr>
      </p:pic>
      <p:pic>
        <p:nvPicPr>
          <p:cNvPr id="69" name="Picture 68" descr="yesua_mark_4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84831" y="5961888"/>
            <a:ext cx="310896" cy="310896"/>
          </a:xfrm>
          <a:prstGeom prst="rect">
            <a:avLst/>
          </a:prstGeom>
        </p:spPr>
      </p:pic>
      <p:pic>
        <p:nvPicPr>
          <p:cNvPr id="70" name="Picture 69" descr="sd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0" y="5980176"/>
            <a:ext cx="256032" cy="256032"/>
          </a:xfrm>
          <a:prstGeom prst="rect">
            <a:avLst/>
          </a:prstGeom>
        </p:spPr>
      </p:pic>
      <p:pic>
        <p:nvPicPr>
          <p:cNvPr id="71" name="Picture 70" descr="r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0360" y="5980176"/>
            <a:ext cx="256032" cy="256032"/>
          </a:xfrm>
          <a:prstGeom prst="rect">
            <a:avLst/>
          </a:prstGeom>
        </p:spPr>
      </p:pic>
      <p:pic>
        <p:nvPicPr>
          <p:cNvPr id="72" name="Picture 71" descr="kafk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5980176"/>
            <a:ext cx="256032" cy="256032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3611880" y="5943600"/>
            <a:ext cx="7955279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Official UAF · sim · Yes UA logos (CTO-approved)     ·     LedgeRX ↔ one UAF interface
Hub runs UAF logic then fan-out  ·  apps sit behind XAPI / CRM     ·     Light theme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