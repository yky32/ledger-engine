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731520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2000" b="1">
                <a:solidFill>
                  <a:srgbClr val="18181B"/>
                </a:solidFill>
                <a:latin typeface="Calibri"/>
              </a:rPr>
              <a:t>LedgeRX — System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38912"/>
            <a:ext cx="82296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Logical architecture  ·  component edges  ·  integration boundary</a:t>
            </a:r>
          </a:p>
        </p:txBody>
      </p:sp>
      <p:pic>
        <p:nvPicPr>
          <p:cNvPr id="6" name="Picture 5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2880"/>
            <a:ext cx="1097280" cy="347472"/>
          </a:xfrm>
          <a:prstGeom prst="rect">
            <a:avLst/>
          </a:prstGeom>
        </p:spPr>
      </p:pic>
      <p:pic>
        <p:nvPicPr>
          <p:cNvPr id="7" name="Picture 6" descr="sim_mark_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201168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256032"/>
            <a:ext cx="82296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1 /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822960"/>
            <a:ext cx="196596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4604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822960"/>
            <a:ext cx="1965960" cy="329184"/>
          </a:xfrm>
          <a:prstGeom prst="rect">
            <a:avLst/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896112"/>
            <a:ext cx="178308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  Upstream systems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822960"/>
            <a:ext cx="196596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4604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822960"/>
            <a:ext cx="1965960" cy="329184"/>
          </a:xfrm>
          <a:prstGeom prst="rect">
            <a:avLst/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896112"/>
            <a:ext cx="178308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  Integration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822960"/>
            <a:ext cx="365760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4604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00600" y="822960"/>
            <a:ext cx="3657600" cy="329184"/>
          </a:xfrm>
          <a:prstGeom prst="rect">
            <a:avLst/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896112"/>
            <a:ext cx="347472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3  LedgeRX (core)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822960"/>
            <a:ext cx="1417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4604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41080" y="822960"/>
            <a:ext cx="1417320" cy="329184"/>
          </a:xfrm>
          <a:prstGeom prst="rect">
            <a:avLst/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896112"/>
            <a:ext cx="123444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  Extensions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0" y="822960"/>
            <a:ext cx="155448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4604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241280" y="822960"/>
            <a:ext cx="1554480" cy="329184"/>
          </a:xfrm>
          <a:prstGeom prst="rect">
            <a:avLst/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0" y="896112"/>
            <a:ext cx="137160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 Downstream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2423160" y="2743200"/>
            <a:ext cx="164592" cy="109728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4617720" y="2743200"/>
            <a:ext cx="164592" cy="109728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8476488" y="2743200"/>
            <a:ext cx="164592" cy="109728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10076688" y="2743200"/>
            <a:ext cx="164592" cy="109728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2423160" y="4023360"/>
            <a:ext cx="164592" cy="109728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617720" y="4023360"/>
            <a:ext cx="164592" cy="109728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8476488" y="4023360"/>
            <a:ext cx="164592" cy="109728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ight Arrow 30"/>
          <p:cNvSpPr/>
          <p:nvPr/>
        </p:nvSpPr>
        <p:spPr>
          <a:xfrm>
            <a:off x="10076688" y="4023360"/>
            <a:ext cx="164592" cy="109728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af_mark_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1261872"/>
            <a:ext cx="256032" cy="25603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13816" y="1280160"/>
            <a:ext cx="146304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UAF domain systems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1691640"/>
            <a:ext cx="1783080" cy="91440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1783080"/>
            <a:ext cx="1618488" cy="78638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Credit card platform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Authorization · MCC · spend events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2743200"/>
            <a:ext cx="1783080" cy="91440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2834640"/>
            <a:ext cx="1618488" cy="78638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Loan platform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Drawdown · DD · load events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794760"/>
            <a:ext cx="1783080" cy="91440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886200"/>
            <a:ext cx="1618488" cy="78638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Channel apps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Yes UA · sim · CRM events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" y="4983480"/>
            <a:ext cx="1746504" cy="6400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Systems of record.
No ledger / scoring logic.</a:t>
            </a:r>
          </a:p>
        </p:txBody>
      </p:sp>
      <p:pic>
        <p:nvPicPr>
          <p:cNvPr id="41" name="Picture 40" descr="sd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5768" y="1261872"/>
            <a:ext cx="256032" cy="25603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3008376" y="1280160"/>
            <a:ext cx="146304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ledger-engine-sdk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1737360"/>
            <a:ext cx="1783080" cy="86868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0632" y="1993392"/>
            <a:ext cx="292608" cy="29260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118104" y="1901952"/>
            <a:ext cx="1280160" cy="6400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REST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Synchronous invoke · catalog · dry-run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2743200"/>
            <a:ext cx="1783080" cy="86868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kafk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70632" y="2999232"/>
            <a:ext cx="292608" cy="2926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118104" y="2907792"/>
            <a:ext cx="1280160" cy="6400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Message bus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Async event publish / consume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697480" y="3749040"/>
            <a:ext cx="1783080" cy="86868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fi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0632" y="4005072"/>
            <a:ext cx="292608" cy="29260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118104" y="3913632"/>
            <a:ext cx="1280160" cy="6400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Batch / file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Bulk ingest path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15768" y="4937760"/>
            <a:ext cx="1746504" cy="68580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Contract: ownerId + use-case code.
Idempotent delivery.
No raw ledger JSON from upstream.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10328" y="1261872"/>
            <a:ext cx="3438144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In-cluster service set  ·  maps to UA Reward System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10328" y="1600200"/>
            <a:ext cx="1668780" cy="777240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01768" y="1691640"/>
            <a:ext cx="1504188" cy="64922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Onboarding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Wallet / owner / currencies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670548" y="1600200"/>
            <a:ext cx="1668780" cy="777240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61988" y="1691640"/>
            <a:ext cx="1504188" cy="64922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Referrer mgmt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Referral rule set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10328" y="2468880"/>
            <a:ext cx="1668780" cy="777240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01768" y="2560320"/>
            <a:ext cx="1504188" cy="64922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Double-entry settle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70548" y="2468880"/>
            <a:ext cx="1668780" cy="777240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61988" y="2560320"/>
            <a:ext cx="1504188" cy="64922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Ledger books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Multi-currency balances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10328" y="3337560"/>
            <a:ext cx="1668780" cy="777240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01768" y="3429000"/>
            <a:ext cx="1504188" cy="64922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Account rules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COA profiles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670548" y="3337560"/>
            <a:ext cx="1668780" cy="777240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1988" y="3429000"/>
            <a:ext cx="1504188" cy="64922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Calculation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Formulas · FIXED / RATE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10328" y="4343400"/>
            <a:ext cx="3438144" cy="41148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4604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965192" y="4434840"/>
            <a:ext cx="333756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Path: Event → admit → calculate → post → books → outbound event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10328" y="4937760"/>
            <a:ext cx="3438144" cy="68580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Configuration (ops): digestion rules, COA, use-case catalog.
Upstream does not embed formulas.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32520" y="1280160"/>
            <a:ext cx="1234440" cy="45720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Optional modules
beside core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32520" y="1920240"/>
            <a:ext cx="1234440" cy="82296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823960" y="2011680"/>
            <a:ext cx="1069848" cy="69494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Extension slot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732520" y="2880360"/>
            <a:ext cx="1234440" cy="82296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823960" y="2971800"/>
            <a:ext cx="1069848" cy="69494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Extension slot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32520" y="3840480"/>
            <a:ext cx="1234440" cy="82296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823960" y="3931920"/>
            <a:ext cx="1069848" cy="69494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TBD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Extension slot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32720" y="1261872"/>
            <a:ext cx="1371600" cy="36576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Via UAF landing
hub (slide 2)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332720" y="1828800"/>
            <a:ext cx="1371600" cy="73152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424160" y="1938528"/>
            <a:ext cx="1207008" cy="58521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E-coupon / CBP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332720" y="2651760"/>
            <a:ext cx="1371600" cy="73152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424160" y="2761488"/>
            <a:ext cx="1207008" cy="58521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Gift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332720" y="3474720"/>
            <a:ext cx="1371600" cy="73152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24160" y="3584448"/>
            <a:ext cx="1207008" cy="58521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Notification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332720" y="4297680"/>
            <a:ext cx="1371600" cy="731520"/>
          </a:xfrm>
          <a:prstGeom prst="roundRect">
            <a:avLst>
              <a:gd name="adj" fmla="val 4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24160" y="4407408"/>
            <a:ext cx="1207008" cy="58521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XAPI / CRM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11480" y="6583680"/>
            <a:ext cx="914400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Boundary: LedgeRX owns reward ledger &amp; calculation  ·  UAF owns channel systems and landing orchestration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583680"/>
            <a:ext cx="128016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2000" b="1">
                <a:solidFill>
                  <a:srgbClr val="18181B"/>
                </a:solidFill>
                <a:latin typeface="Calibri"/>
              </a:rPr>
              <a:t>Landing interface — single UAF integration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38912"/>
            <a:ext cx="82296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LedgeRX emits domain events  ·  one UAF-owned hub consumes them  ·  internal systems are not direct peers</a:t>
            </a:r>
          </a:p>
        </p:txBody>
      </p:sp>
      <p:pic>
        <p:nvPicPr>
          <p:cNvPr id="6" name="Picture 5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2880"/>
            <a:ext cx="1097280" cy="347472"/>
          </a:xfrm>
          <a:prstGeom prst="rect">
            <a:avLst/>
          </a:prstGeom>
        </p:spPr>
      </p:pic>
      <p:pic>
        <p:nvPicPr>
          <p:cNvPr id="7" name="Picture 6" descr="sim_mark_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201168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256032"/>
            <a:ext cx="82296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2 /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822960"/>
            <a:ext cx="11365992" cy="1051560"/>
          </a:xfrm>
          <a:prstGeom prst="roundRect">
            <a:avLst>
              <a:gd name="adj" fmla="val 3000"/>
            </a:avLst>
          </a:prstGeom>
          <a:solidFill>
            <a:srgbClr val="E8EEF4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32688"/>
            <a:ext cx="201168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LEDGERX (provider)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188720"/>
            <a:ext cx="1097280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Reward System  ·  wallets, posting, calculation, books</a:t>
            </a:r>
          </a:p>
        </p:txBody>
      </p:sp>
      <p:pic>
        <p:nvPicPr>
          <p:cNvPr id="12" name="Picture 11" descr="kaf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08760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1508760"/>
            <a:ext cx="1051560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Outbound: balance.updated  ·  redemption request  ·  other ledger outcomes   |   transport: Kafka topic / HTTP callback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43600" y="1965960"/>
            <a:ext cx="128016" cy="128016"/>
          </a:xfrm>
          <a:prstGeom prst="down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965960"/>
            <a:ext cx="2286000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single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194560"/>
            <a:ext cx="11365992" cy="1417320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 w="222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86000"/>
            <a:ext cx="365760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UAF LANDING HUB  ·  sole consumer</a:t>
            </a:r>
          </a:p>
        </p:txBody>
      </p:sp>
      <p:pic>
        <p:nvPicPr>
          <p:cNvPr id="18" name="Picture 17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2249424"/>
            <a:ext cx="100584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8640" y="2578608"/>
            <a:ext cx="10972800" cy="23774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Unified landing layer (UAF-owned) — collect results, apply UAF business rules, route internally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2926080"/>
            <a:ext cx="35661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999232"/>
            <a:ext cx="36576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999232"/>
            <a:ext cx="29718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Ingest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218688"/>
            <a:ext cx="29718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Subscribe to LedgeRX events / APIs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2926080"/>
            <a:ext cx="35661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2999232"/>
            <a:ext cx="36576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999232"/>
            <a:ext cx="29718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Orchestrate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3218688"/>
            <a:ext cx="29718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UAF policy, eligibility, routing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2926080"/>
            <a:ext cx="35661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2168" y="2999232"/>
            <a:ext cx="36576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999232"/>
            <a:ext cx="29718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Dispatch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218688"/>
            <a:ext cx="29718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Invoke internal UAF systems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1737360" y="3730752"/>
            <a:ext cx="128016" cy="128016"/>
          </a:xfrm>
          <a:prstGeom prst="down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4434840" y="3730752"/>
            <a:ext cx="128016" cy="128016"/>
          </a:xfrm>
          <a:prstGeom prst="down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7132320" y="3730752"/>
            <a:ext cx="128016" cy="128016"/>
          </a:xfrm>
          <a:prstGeom prst="down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wn Arrow 34"/>
          <p:cNvSpPr/>
          <p:nvPr/>
        </p:nvSpPr>
        <p:spPr>
          <a:xfrm>
            <a:off x="9829800" y="3730752"/>
            <a:ext cx="128016" cy="128016"/>
          </a:xfrm>
          <a:prstGeom prst="down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913632"/>
            <a:ext cx="109728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UAF internal systems (not LedgeRX integration surfaces)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4160520"/>
            <a:ext cx="2697480" cy="1234440"/>
          </a:xfrm>
          <a:prstGeom prst="roundRect">
            <a:avLst>
              <a:gd name="adj" fmla="val 3000"/>
            </a:avLst>
          </a:prstGeom>
          <a:solidFill>
            <a:srgbClr val="E8EEF4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" y="4251960"/>
            <a:ext cx="2478024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ONE DOWNSTREAM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" y="4480560"/>
            <a:ext cx="2478024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E-coupon / CBP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" y="4800600"/>
            <a:ext cx="2478024" cy="4114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Inventory · issue / redeem · usage tracking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" y="5102352"/>
            <a:ext cx="2478024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UAF-owned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73552" y="4160520"/>
            <a:ext cx="2697480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83280" y="4297680"/>
            <a:ext cx="2478024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Gift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80" y="4617720"/>
            <a:ext cx="2478024" cy="4114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Fulfillment after routing decision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83280" y="5102352"/>
            <a:ext cx="2478024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UAF-owned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35624" y="4160520"/>
            <a:ext cx="2697480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45352" y="4297680"/>
            <a:ext cx="2478024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Notification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45352" y="4617720"/>
            <a:ext cx="2478024" cy="4114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Push · SMS · inbox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45352" y="5102352"/>
            <a:ext cx="2478024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UAF-owned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97696" y="4160520"/>
            <a:ext cx="2697480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07424" y="4297680"/>
            <a:ext cx="2478024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XAPI / CRM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07424" y="4617720"/>
            <a:ext cx="2478024" cy="4114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Balances · Yes UA · sim surfaces</a:t>
            </a:r>
          </a:p>
        </p:txBody>
      </p:sp>
      <p:pic>
        <p:nvPicPr>
          <p:cNvPr id="53" name="Picture 52" descr="uaf_mark_3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5029200"/>
            <a:ext cx="237744" cy="237744"/>
          </a:xfrm>
          <a:prstGeom prst="rect">
            <a:avLst/>
          </a:prstGeom>
        </p:spPr>
      </p:pic>
      <p:pic>
        <p:nvPicPr>
          <p:cNvPr id="54" name="Picture 53" descr="sim_mark_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4" y="5029200"/>
            <a:ext cx="237744" cy="237744"/>
          </a:xfrm>
          <a:prstGeom prst="rect">
            <a:avLst/>
          </a:prstGeom>
        </p:spPr>
      </p:pic>
      <p:pic>
        <p:nvPicPr>
          <p:cNvPr id="55" name="Picture 54" descr="yesua_mark_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064" y="5029200"/>
            <a:ext cx="237744" cy="237744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411480" y="5532120"/>
            <a:ext cx="2697480" cy="347472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5596128"/>
            <a:ext cx="251460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→ COD / coupon partners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73552" y="5532120"/>
            <a:ext cx="8503920" cy="347472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83280" y="5596128"/>
            <a:ext cx="822960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18181B"/>
                </a:solidFill>
                <a:latin typeface="Calibri"/>
              </a:rPr>
              <a:t>Integration rule: LedgeRX connects only to the landing hub. CBP, gift, notify, XAPI are hub-side dependents.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6035040"/>
            <a:ext cx="12191695" cy="18288"/>
          </a:xfrm>
          <a:prstGeom prst="rect">
            <a:avLst/>
          </a:prstGeom>
          <a:solidFill>
            <a:srgbClr val="D4D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199632"/>
            <a:ext cx="1051560" cy="329184"/>
          </a:xfrm>
          <a:prstGeom prst="rect">
            <a:avLst/>
          </a:prstGeom>
        </p:spPr>
      </p:pic>
      <p:pic>
        <p:nvPicPr>
          <p:cNvPr id="63" name="Picture 62" descr="sim_mark_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6217920"/>
            <a:ext cx="292608" cy="292608"/>
          </a:xfrm>
          <a:prstGeom prst="rect">
            <a:avLst/>
          </a:prstGeom>
        </p:spPr>
      </p:pic>
      <p:pic>
        <p:nvPicPr>
          <p:cNvPr id="64" name="Picture 63" descr="yesua_mark_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1680" y="6217920"/>
            <a:ext cx="292608" cy="29260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468880" y="6172200"/>
            <a:ext cx="8686800" cy="45720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Systems view — not a commercial pitch deck.
LedgeRX = reward ledger provider  ·  UAF hub = only integration counterpart  ·  remaining boxes are internal UAF topology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309360"/>
            <a:ext cx="128016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