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828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377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950976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61872"/>
            <a:ext cx="154162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9164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178308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80136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74320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83464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85292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79476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88620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90448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5029200"/>
            <a:ext cx="154162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82874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2602" y="950976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2602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5210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2602" y="1261872"/>
            <a:ext cx="154162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2602" y="1536192"/>
            <a:ext cx="154162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92602" y="19659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2602" y="20574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38906" y="20756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92602" y="28803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92602" y="29718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38906" y="29900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2602" y="37947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2602" y="38862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38906" y="39044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2602" y="4892040"/>
            <a:ext cx="15416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163418" y="274320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180532" y="274320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163418" y="402336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180532" y="402336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99988" y="822960"/>
            <a:ext cx="3913517" cy="512064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28004" y="932688"/>
            <a:ext cx="3657485" cy="384048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01156" y="987552"/>
            <a:ext cx="351118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D4BF"/>
                </a:solidFill>
                <a:latin typeface="Calibri"/>
              </a:rPr>
              <a:t>3   LedgeRX Product Engine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4580" y="1371600"/>
            <a:ext cx="35843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6292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46292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2596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11610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11610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57914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6292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6292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2596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1610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11610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7914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46292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46292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92596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11610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11610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7914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46292" y="4571999"/>
            <a:ext cx="3620909" cy="457200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9444" y="4663440"/>
            <a:ext cx="35111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292" y="5166360"/>
            <a:ext cx="362090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Ops configures once in Admin  ·  Upstream only calls use-case codes via SDK
One engine to buy — not N custom ledgers per channel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350081" y="274320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350081" y="402336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69537" y="822960"/>
            <a:ext cx="1434956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42689" y="950976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2689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35297" y="960120"/>
            <a:ext cx="10143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0977" y="1280160"/>
            <a:ext cx="12703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60977" y="192024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60977" y="201168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807281" y="202996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60977" y="297180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0977" y="306324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7281" y="308152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0977" y="402336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60977" y="411480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07281" y="413308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60977" y="5257800"/>
            <a:ext cx="12703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Plugs into
Product Edge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0041069" y="274320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ight Arrow 85"/>
          <p:cNvSpPr/>
          <p:nvPr/>
        </p:nvSpPr>
        <p:spPr>
          <a:xfrm>
            <a:off x="10041069" y="402336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0260525" y="822960"/>
            <a:ext cx="1565407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333677" y="950976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333677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26285" y="960120"/>
            <a:ext cx="11447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51965" y="1261872"/>
            <a:ext cx="14008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Downstream results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351965" y="178308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351965" y="187452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98269" y="189280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E-coupon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Issue · redeem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351965" y="265176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351965" y="274320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98269" y="276148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Gift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Fulfillment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351965" y="352044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351965" y="361188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498269" y="363016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Notify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Push · SMS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351965" y="4389119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351965" y="4480559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98269" y="4498847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xapi / CRM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51965" y="5440680"/>
            <a:ext cx="1400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Kafka / webhooks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65760" y="612648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02920" y="6291072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0664" y="6291072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8408" y="6291072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16152" y="6291072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3896" y="6291072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783080" y="623620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= one powerful product engine   ·   multi-channel via SDK   ·   ops-configured catalog   ·   outbound landing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32720" y="62362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