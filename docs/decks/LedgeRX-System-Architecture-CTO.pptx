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77724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02920"/>
            <a:ext cx="8686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systems  →  SDK  →  Product engine  →  Landing systems   ·   Add-ons extend the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95560" y="201168"/>
            <a:ext cx="1645920" cy="384048"/>
          </a:xfrm>
          <a:prstGeom prst="roundRect">
            <a:avLst>
              <a:gd name="adj" fmla="val 8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95560" y="256032"/>
            <a:ext cx="16459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868680"/>
            <a:ext cx="1874519" cy="5074920"/>
          </a:xfrm>
          <a:prstGeom prst="roundRect">
            <a:avLst>
              <a:gd name="adj" fmla="val 6000"/>
            </a:avLst>
          </a:prstGeom>
          <a:solidFill>
            <a:srgbClr val="0C2340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9768" y="996696"/>
            <a:ext cx="256032" cy="25603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014984"/>
            <a:ext cx="25603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1014984"/>
            <a:ext cx="1325879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307592"/>
            <a:ext cx="165506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83080"/>
            <a:ext cx="1655063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" y="1856232"/>
            <a:ext cx="54864" cy="76809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74520"/>
            <a:ext cx="1399031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2834640"/>
            <a:ext cx="1655063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" y="2907792"/>
            <a:ext cx="54864" cy="76809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26080"/>
            <a:ext cx="1399031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" y="3886200"/>
            <a:ext cx="1655063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" y="3959352"/>
            <a:ext cx="54864" cy="76809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977640"/>
            <a:ext cx="1399031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Engage · campaigns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120640"/>
            <a:ext cx="16550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868680"/>
            <a:ext cx="1874519" cy="5074920"/>
          </a:xfrm>
          <a:prstGeom prst="roundRect">
            <a:avLst>
              <a:gd name="adj" fmla="val 6000"/>
            </a:avLst>
          </a:prstGeom>
          <a:solidFill>
            <a:srgbClr val="0C2340"/>
          </a:solidFill>
          <a:ln w="1714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41448" y="996696"/>
            <a:ext cx="256032" cy="256032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41448" y="1014984"/>
            <a:ext cx="25603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52344" y="1014984"/>
            <a:ext cx="1325879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1448" y="1325880"/>
            <a:ext cx="1655063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41448" y="1600200"/>
            <a:ext cx="165506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41448" y="2103120"/>
            <a:ext cx="1655063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41448" y="2176272"/>
            <a:ext cx="54864" cy="63093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6040" y="2194560"/>
            <a:ext cx="1399031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41448" y="2971800"/>
            <a:ext cx="1655063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41448" y="3044952"/>
            <a:ext cx="54864" cy="63093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06040" y="3063240"/>
            <a:ext cx="1399031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Message queue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Kafka async stream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41448" y="3840480"/>
            <a:ext cx="1655063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41448" y="3913632"/>
            <a:ext cx="54864" cy="63093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06040" y="3931920"/>
            <a:ext cx="1399031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41448" y="4892040"/>
            <a:ext cx="1655063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calls
ownerId + use-case code
No hand-built JSON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231135" y="2697480"/>
            <a:ext cx="201168" cy="14630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4242815" y="2697480"/>
            <a:ext cx="201168" cy="146304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231135" y="3977640"/>
            <a:ext cx="201168" cy="14630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242815" y="3977640"/>
            <a:ext cx="201168" cy="146304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34840" y="868680"/>
            <a:ext cx="4160520" cy="507492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72000" y="97840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0D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0" y="1014984"/>
            <a:ext cx="3703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3   LedgeRX Product Engine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1234440"/>
            <a:ext cx="37033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20" y="1691640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17720" y="1764792"/>
            <a:ext cx="54864" cy="7223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82312" y="1783080"/>
            <a:ext cx="1618487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1967" y="1691640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7" y="1764792"/>
            <a:ext cx="54864" cy="7223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59" y="1783080"/>
            <a:ext cx="1618487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617720" y="2670048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17720" y="2743200"/>
            <a:ext cx="54864" cy="7223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82312" y="2761488"/>
            <a:ext cx="1618487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601967" y="2670048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01967" y="2743200"/>
            <a:ext cx="54864" cy="7223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59" y="2761488"/>
            <a:ext cx="1618487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multi-ccy accounts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17720" y="3648456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17720" y="3721608"/>
            <a:ext cx="54864" cy="7223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82312" y="3739896"/>
            <a:ext cx="1618487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01967" y="3648456"/>
            <a:ext cx="1874519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01967" y="3721608"/>
            <a:ext cx="54864" cy="7223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59" y="3739896"/>
            <a:ext cx="1618487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17720" y="4663440"/>
            <a:ext cx="3794760" cy="502920"/>
          </a:xfrm>
          <a:prstGeom prst="roundRect">
            <a:avLst>
              <a:gd name="adj" fmla="val 10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09160" y="475488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   Event → Rules &amp; calculation → Posting → Ledger books → Outbound event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17720" y="5303520"/>
            <a:ext cx="3794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Ops configures once in Admin  ·  Upstream only calls use-case codes via SDK
One engine to buy — not N custom ledgers per channel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613648" y="2697480"/>
            <a:ext cx="201168" cy="146304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8613648" y="3977640"/>
            <a:ext cx="201168" cy="146304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732520" y="868680"/>
            <a:ext cx="1417320" cy="5074920"/>
          </a:xfrm>
          <a:prstGeom prst="roundRect">
            <a:avLst>
              <a:gd name="adj" fmla="val 6000"/>
            </a:avLst>
          </a:prstGeom>
          <a:solidFill>
            <a:srgbClr val="0C2340"/>
          </a:solidFill>
          <a:ln w="17145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805672" y="996696"/>
            <a:ext cx="256032" cy="256032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805672" y="1014984"/>
            <a:ext cx="25603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16568" y="1014984"/>
            <a:ext cx="960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23960" y="1325880"/>
            <a:ext cx="125272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23960" y="201168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823960" y="2084832"/>
            <a:ext cx="54864" cy="768096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88552" y="2103120"/>
            <a:ext cx="97840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23960" y="306324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823960" y="3136392"/>
            <a:ext cx="54864" cy="768096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88552" y="3154680"/>
            <a:ext cx="97840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823960" y="411480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823960" y="4187952"/>
            <a:ext cx="54864" cy="768096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88552" y="4206240"/>
            <a:ext cx="97840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23960" y="5303520"/>
            <a:ext cx="125272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Plugs into
Product Edge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0168128" y="2697480"/>
            <a:ext cx="201168" cy="146304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ight Arrow 85"/>
          <p:cNvSpPr/>
          <p:nvPr/>
        </p:nvSpPr>
        <p:spPr>
          <a:xfrm>
            <a:off x="10168128" y="3977640"/>
            <a:ext cx="201168" cy="146304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0287000" y="868680"/>
            <a:ext cx="1600200" cy="5074920"/>
          </a:xfrm>
          <a:prstGeom prst="roundRect">
            <a:avLst>
              <a:gd name="adj" fmla="val 6000"/>
            </a:avLst>
          </a:prstGeom>
          <a:solidFill>
            <a:srgbClr val="0C2340"/>
          </a:solidFill>
          <a:ln w="1714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360152" y="996696"/>
            <a:ext cx="256032" cy="256032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360152" y="1014984"/>
            <a:ext cx="25603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71048" y="1014984"/>
            <a:ext cx="11430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78440" y="1325880"/>
            <a:ext cx="1435608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Downstream
results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378440" y="192024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378440" y="1993392"/>
            <a:ext cx="54864" cy="63093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43032" y="2011680"/>
            <a:ext cx="1161288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E-coupon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Issue · redeem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0378440" y="278892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378440" y="2862072"/>
            <a:ext cx="54864" cy="63093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43032" y="2880360"/>
            <a:ext cx="1161288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Gift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Fulfillment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378440" y="365760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378440" y="3730752"/>
            <a:ext cx="54864" cy="63093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43032" y="3749040"/>
            <a:ext cx="1161288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Notify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Push · SMS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378440" y="4526279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378440" y="4599431"/>
            <a:ext cx="54864" cy="63093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43032" y="4617719"/>
            <a:ext cx="1161288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xapi / CRM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78440" y="5486400"/>
            <a:ext cx="143560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Kafka / webhooks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0040" y="6126480"/>
            <a:ext cx="11567160" cy="502920"/>
          </a:xfrm>
          <a:prstGeom prst="roundRect">
            <a:avLst>
              <a:gd name="adj" fmla="val 8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02920" y="6291072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58952" y="6291072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014984" y="6291072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71016" y="6291072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27048" y="6291072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920240" y="6236208"/>
            <a:ext cx="7772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 =  one powerful product engine     ·     multi-channel via SDK     ·     ops-configured catalog     ·     outbound landing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058400" y="6236208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