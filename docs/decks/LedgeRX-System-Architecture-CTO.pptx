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64592"/>
            <a:ext cx="1554480" cy="347472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1945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914400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932688"/>
            <a:ext cx="12490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225296"/>
            <a:ext cx="15416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27632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" y="1719072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737360"/>
            <a:ext cx="1303882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679192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770632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788920"/>
            <a:ext cx="1303882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730752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822192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840480"/>
            <a:ext cx="1303882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Engage · campaigns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4965192"/>
            <a:ext cx="1541626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82874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2602" y="914400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2602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5210" y="932688"/>
            <a:ext cx="12490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2602" y="1225296"/>
            <a:ext cx="154162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2602" y="1481328"/>
            <a:ext cx="154162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92602" y="1901952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92602" y="1993392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38906" y="2011680"/>
            <a:ext cx="130388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92602" y="2816352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92602" y="2907792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38906" y="2926080"/>
            <a:ext cx="130388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Message queue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Kafka async stream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92602" y="3730752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92602" y="3822192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38906" y="3840480"/>
            <a:ext cx="130388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2602" y="4828032"/>
            <a:ext cx="154162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calls
ownerId + use-case code
No hand-built JSON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163418" y="2679191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4180532" y="2679191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163418" y="3959352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180532" y="3959352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399988" y="804672"/>
            <a:ext cx="3913517" cy="507492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28004" y="896112"/>
            <a:ext cx="3657485" cy="365760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01156" y="950976"/>
            <a:ext cx="35111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4580" y="1316736"/>
            <a:ext cx="358433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6292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46292" y="17647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2596" y="17830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11610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11610" y="17647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57914" y="17830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46292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46292" y="26791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92596" y="26974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1610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11610" y="26791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7914" y="26974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46292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46292" y="35935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92596" y="36118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11610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11610" y="35935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7914" y="36118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46292" y="4507992"/>
            <a:ext cx="3620909" cy="438912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9444" y="4590287"/>
            <a:ext cx="3511181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292" y="5056632"/>
            <a:ext cx="362090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outcomes
Ops configures once  ·  Upstream calls use-case codes via SDK only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350081" y="2679191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8350081" y="3959352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569537" y="804672"/>
            <a:ext cx="1434956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42689" y="914400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42689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35297" y="932688"/>
            <a:ext cx="10143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0977" y="1243584"/>
            <a:ext cx="127036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60977" y="185623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60977" y="194767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807281" y="196596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60977" y="290779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60977" y="299923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7281" y="301752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60977" y="395935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660977" y="405079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07281" y="406908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10041069" y="2679191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ight Arrow 84"/>
          <p:cNvSpPr/>
          <p:nvPr/>
        </p:nvSpPr>
        <p:spPr>
          <a:xfrm>
            <a:off x="10041069" y="3959352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260525" y="804672"/>
            <a:ext cx="1565407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333677" y="914400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333677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26285" y="932688"/>
            <a:ext cx="114478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51965" y="1225296"/>
            <a:ext cx="14008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alibri"/>
              </a:rPr>
              <a:t>One UAF layer
(see slide 2)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351965" y="185623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351965" y="194767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98269" y="196596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Unified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Only interface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351965" y="272491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51965" y="281635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498269" y="283464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CBP / Gift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351965" y="359359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51965" y="368503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498269" y="370332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Notify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351965" y="4462271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1965" y="4553711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498269" y="4571999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xapi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608076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2920" y="6236208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0664" y="6236208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8408" y="6236208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216152" y="6236208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453896" y="6236208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83080" y="6199632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= product hub     ·     one Landing interface on UAF side     ·     then UAF systems fan-out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0" y="6199632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326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8FAFC"/>
                </a:solidFill>
                <a:latin typeface="Calibri"/>
              </a:rPr>
              <a:t>Landing  ·  One unified interface to LedgeRX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9326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LedgeRX talks to a single UAF layer only  ·  that layer applies UAF logic  ·  then fans out internally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46304"/>
            <a:ext cx="1554480" cy="329184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1828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777240"/>
            <a:ext cx="11457432" cy="960120"/>
          </a:xfrm>
          <a:prstGeom prst="roundRect">
            <a:avLst>
              <a:gd name="adj" fmla="val 6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905256"/>
            <a:ext cx="1828800" cy="292608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92354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OUR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886968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Calibri"/>
              </a:rPr>
              <a:t>LedgeRX   =   UA “Reward System”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Emits only:  balance.updated  ·  reward redemption request  ·  other ledger outcomes   (Kafka / webhook)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1828800"/>
            <a:ext cx="182880" cy="201168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8288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sole interface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03120"/>
            <a:ext cx="11457432" cy="1325880"/>
          </a:xfrm>
          <a:prstGeom prst="roundRect">
            <a:avLst>
              <a:gd name="adj" fmla="val 6000"/>
            </a:avLst>
          </a:prstGeom>
          <a:solidFill>
            <a:srgbClr val="121A3A"/>
          </a:solidFill>
          <a:ln w="285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212848"/>
            <a:ext cx="2606040" cy="274320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31136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ONLY INTERFACE  ·  UAF-owned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2128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Unified Landing Layer  ·  collect results + UAF business logic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06040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67004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1  ·  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4436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Subscribe LedgeRX events / APIs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2606040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267004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2  · 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294436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UAF policies · eligibility · routing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5864" y="2606040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267004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3  ·  Dispatch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294436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Call CBP · Gift · Notify · CRM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60020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425196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690372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955548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67328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 UAF systems  —  LedgeRX never integrates to these directly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A2F24"/>
          </a:solidFill>
          <a:ln w="2222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75488" y="4133088"/>
            <a:ext cx="1417320" cy="237744"/>
          </a:xfrm>
          <a:prstGeom prst="roundRect">
            <a:avLst>
              <a:gd name="adj" fmla="val 8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151376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ONE DOWNSTREAM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" y="446227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E-coupon / CBP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" y="4782312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Central coupon platform  ·  inventory · issue / redeem · track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" y="528523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E7B7"/>
                </a:solidFill>
                <a:latin typeface="Calibri"/>
              </a:rPr>
              <a:t>UAF-owned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7832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418795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Gift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4507992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Fulfillment  ·  triggered after routing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55848" y="501091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4B5FD"/>
                </a:solidFill>
                <a:latin typeface="Calibri"/>
              </a:rPr>
              <a:t>UAF-owned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9904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418795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507992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Push · SMS · inbox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01091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38BDF8"/>
                </a:solidFill>
                <a:latin typeface="Calibri"/>
              </a:rPr>
              <a:t>UAF-owned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51976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79992" y="418795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xapi / CRM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79992" y="4507992"/>
            <a:ext cx="24414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Balances · apps (Yes UA · sim)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9992" y="501091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B923C"/>
                </a:solidFill>
                <a:latin typeface="Calibri"/>
              </a:rPr>
              <a:t>UAF-owned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760" y="5468112"/>
            <a:ext cx="2697480" cy="347472"/>
          </a:xfrm>
          <a:prstGeom prst="roundRect">
            <a:avLst>
              <a:gd name="adj" fmla="val 12000"/>
            </a:avLst>
          </a:prstGeom>
          <a:solidFill>
            <a:srgbClr val="2A1424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5532120"/>
            <a:ext cx="24780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9A8D4"/>
                </a:solidFill>
                <a:latin typeface="Calibri"/>
              </a:rPr>
              <a:t>↓  COD · other partners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27832" y="5468112"/>
            <a:ext cx="8503920" cy="347472"/>
          </a:xfrm>
          <a:prstGeom prst="roundRect">
            <a:avLst>
              <a:gd name="adj" fmla="val 12000"/>
            </a:avLst>
          </a:prstGeom>
          <a:solidFill>
            <a:srgbClr val="102A4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64992" y="553212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Pitch: Buy LedgeRX. Integrate once to the Landing hub. CBP / Gift / Notify stay behind your layer.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598932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0819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↔ one UAF interface only     ·     hub collects outcomes + runs UAF logic     ·     internal fan-out is UAF’s business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